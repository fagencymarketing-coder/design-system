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fntdata" ContentType="application/x-fontdata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>
  <p:sldMasterIdLst>
    <p:sldMasterId id="2147483648" r:id="rId1"/>
  </p:sldMasterIdLst>
  <p:sldIdLst>
    <p:sldId id="256" r:id="rId2"/>
  </p:sldIdLst>
  <p:sldSz cx="6840000" cy="2880000"/>
  <p:notesSz cx="6858000" cy="9144000"/>
  <p:embeddedFontLst>
    <p:embeddedFont>
      <p:font typeface="Cramaten"/>
      <p:regular r:id="rId7"/>
    </p:embeddedFont>
    <p:embeddedFont>
      <p:font typeface="Golos Text"/>
      <p:regular r:id="rId8"/>
      <p:bold r:id="rId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800"/>
      </a:lvl1pPr>
    </p:titleStyle>
    <p:bodyStyle>
      <a:lvl1pPr>
        <a:defRPr sz="1800"/>
      </a:lvl1pPr>
    </p:bodyStyle>
    <p:otherStyle>
      <a:defPPr>
        <a:defRPr lang="ru-RU"/>
      </a:defPPr>
      <a:lvl1pPr marL="0" algn="l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игура 2"/>
          <p:cNvSpPr/>
          <p:nvPr/>
        </p:nvSpPr>
        <p:spPr>
          <a:xfrm>
            <a:off x="2304000" y="0"/>
            <a:ext cx="4536000" cy="2880000"/>
          </a:xfrm>
          <a:prstGeom prst="rect">
            <a:avLst/>
          </a:prstGeom>
          <a:solidFill>
            <a:srgbClr val="FBFAF8"/>
          </a:solidFill>
          <a:ln>
            <a:noFill/>
          </a:ln>
        </p:spPr>
      </p:sp>
      <p:sp>
        <p:nvSpPr>
          <p:cNvPr id="3" name="Фигура 3"/>
          <p:cNvSpPr/>
          <p:nvPr/>
        </p:nvSpPr>
        <p:spPr>
          <a:xfrm>
            <a:off x="0" y="0"/>
            <a:ext cx="2304000" cy="2880000"/>
          </a:xfrm>
          <a:prstGeom prst="rect">
            <a:avLst/>
          </a:prstGeom>
          <a:gradFill rotWithShape="1">
            <a:gsLst>
              <a:gs pos="0">
                <a:srgbClr val="8899EB"/>
              </a:gs>
              <a:gs pos="100000">
                <a:srgbClr val="7160A3"/>
              </a:gs>
            </a:gsLst>
            <a:lin ang="3000000" scaled="0"/>
          </a:gradFill>
          <a:ln>
            <a:noFill/>
          </a:ln>
        </p:spPr>
      </p:sp>
      <p:pic>
        <p:nvPicPr>
          <p:cNvPr id="4" name="Картинка 4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00" y="-360000"/>
            <a:ext cx="1800000" cy="1454400"/>
          </a:xfrm>
          <a:prstGeom prst="rect">
            <a:avLst/>
          </a:prstGeom>
        </p:spPr>
      </p:pic>
      <p:pic>
        <p:nvPicPr>
          <p:cNvPr id="5" name="Картинка 5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" y="508680"/>
            <a:ext cx="2520000" cy="2520000"/>
          </a:xfrm>
          <a:prstGeom prst="rect">
            <a:avLst/>
          </a:prstGeom>
        </p:spPr>
      </p:pic>
      <p:pic>
        <p:nvPicPr>
          <p:cNvPr id="6" name="Картинка 6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00" y="216000"/>
            <a:ext cx="792000" cy="505800"/>
          </a:xfrm>
          <a:prstGeom prst="rect">
            <a:avLst/>
          </a:prstGeom>
        </p:spPr>
      </p:pic>
      <p:pic>
        <p:nvPicPr>
          <p:cNvPr id="7" name="Картинка 7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4000" y="0"/>
            <a:ext cx="4536000" cy="187200"/>
          </a:xfrm>
          <a:prstGeom prst="rect">
            <a:avLst/>
          </a:prstGeom>
        </p:spPr>
      </p:pic>
      <p:pic>
        <p:nvPicPr>
          <p:cNvPr id="8" name="Картинка 8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4000" y="2692800"/>
            <a:ext cx="4536000" cy="187200"/>
          </a:xfrm>
          <a:prstGeom prst="rect">
            <a:avLst/>
          </a:prstGeom>
        </p:spPr>
      </p:pic>
      <p:sp>
        <p:nvSpPr>
          <p:cNvPr id="9" name="Фигура 9"/>
          <p:cNvSpPr/>
          <p:nvPr/>
        </p:nvSpPr>
        <p:spPr>
          <a:xfrm>
            <a:off x="2628000" y="488000"/>
            <a:ext cx="828000" cy="259200"/>
          </a:xfrm>
          <a:prstGeom prst="roundRect">
            <a:avLst>
              <a:gd name="adj" fmla="val 50000"/>
            </a:avLst>
          </a:prstGeom>
          <a:solidFill>
            <a:srgbClr val="D6001F"/>
          </a:solidFill>
          <a:ln>
            <a:noFill/>
          </a:ln>
        </p:spPr>
      </p:sp>
      <p:pic>
        <p:nvPicPr>
          <p:cNvPr id="10" name="Картинка 10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8000" y="488000"/>
            <a:ext cx="828000" cy="259200"/>
          </a:xfrm>
          <a:prstGeom prst="rect">
            <a:avLst/>
          </a:prstGeom>
        </p:spPr>
      </p:pic>
      <p:pic>
        <p:nvPicPr>
          <p:cNvPr id="11" name="Картинка 11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8000" y="804800"/>
            <a:ext cx="4032000" cy="504000"/>
          </a:xfrm>
          <a:prstGeom prst="rect">
            <a:avLst/>
          </a:prstGeom>
        </p:spPr>
      </p:pic>
      <p:sp>
        <p:nvSpPr>
          <p:cNvPr id="12" name="Текст 12"/>
          <p:cNvSpPr txBox="1"/>
          <p:nvPr/>
        </p:nvSpPr>
        <p:spPr>
          <a:xfrm>
            <a:off x="2628000" y="1305200"/>
            <a:ext cx="4032000" cy="1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ru-RU" sz="950" b="1" spc="130" dirty="0">
                <a:solidFill>
                  <a:srgbClr val="D6001F"/>
                </a:solidFill>
                <a:latin typeface="Golos Text"/>
                <a:cs typeface="Golos Text"/>
              </a:rPr>
              <a:t>III ФОРУМ ГЛАВНЫХ БУХГАЛТЕРОВ</a:t>
            </a:r>
          </a:p>
        </p:txBody>
      </p:sp>
      <p:sp>
        <p:nvSpPr>
          <p:cNvPr id="13" name="Текст 13"/>
          <p:cNvSpPr txBox="1"/>
          <p:nvPr/>
        </p:nvSpPr>
        <p:spPr>
          <a:xfrm>
            <a:off x="2628000" y="1492400"/>
            <a:ext cx="4032000" cy="1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ru-RU" sz="860" b="0" dirty="0">
                <a:solidFill>
                  <a:srgbClr val="2B2560"/>
                </a:solidFill>
                <a:latin typeface="Golos Text"/>
                <a:cs typeface="Golos Text"/>
              </a:rPr>
              <a:t>5 ноября 2026 г.  ·  Барнаул, Театр кукол «Сказка», ул. Пушкина, 41</a:t>
            </a:r>
          </a:p>
        </p:txBody>
      </p:sp>
      <p:cxnSp>
        <p:nvCxnSpPr>
          <p:cNvPr id="16" name="Линия 16"/>
          <p:cNvCxnSpPr/>
          <p:nvPr/>
        </p:nvCxnSpPr>
        <p:spPr>
          <a:xfrm>
            <a:off x="2628000" y="1884400"/>
            <a:ext cx="3996000" cy="0"/>
          </a:xfrm>
          <a:prstGeom prst="line">
            <a:avLst/>
          </a:prstGeom>
          <a:ln w="11430">
            <a:solidFill>
              <a:srgbClr val="7160A3"/>
            </a:solidFill>
          </a:ln>
        </p:spPr>
      </p:cxnSp>
      <p:sp>
        <p:nvSpPr>
          <p:cNvPr id="17" name="Текст 17"/>
          <p:cNvSpPr txBox="1"/>
          <p:nvPr/>
        </p:nvSpPr>
        <p:spPr>
          <a:xfrm>
            <a:off x="2628000" y="1944400"/>
            <a:ext cx="1008000" cy="12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ru-RU" sz="680" b="1" spc="160" dirty="0">
                <a:solidFill>
                  <a:srgbClr val="6B6880"/>
                </a:solidFill>
                <a:latin typeface="Golos Text"/>
                <a:cs typeface="Golos Text"/>
              </a:rPr>
              <a:t>РЯД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2628000" y="2092000"/>
            <a:ext cx="1008000" cy="338400"/>
          </a:xfrm>
          <a:prstGeom prst="roundRect">
            <a:avLst>
              <a:gd name="adj" fmla="val 23404"/>
            </a:avLst>
          </a:prstGeom>
          <a:solidFill>
            <a:srgbClr val="F2EFFA"/>
          </a:solidFill>
          <a:ln w="7620">
            <a:solidFill>
              <a:srgbClr val="D9D4EA"/>
            </a:solidFill>
          </a:ln>
        </p:spPr>
      </p:sp>
      <p:sp>
        <p:nvSpPr>
          <p:cNvPr id="19" name="Поле: Ряд"/>
          <p:cNvSpPr txBox="1"/>
          <p:nvPr/>
        </p:nvSpPr>
        <p:spPr>
          <a:xfrm>
            <a:off x="2628000" y="2092000"/>
            <a:ext cx="1008000" cy="338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ru-RU" sz="1700" b="1" dirty="0">
                <a:solidFill>
                  <a:srgbClr val="2B2560"/>
                </a:solidFill>
                <a:latin typeface="Golos Text"/>
                <a:cs typeface="Golos Text"/>
              </a:rPr>
              <a:t>12</a:t>
            </a:r>
          </a:p>
        </p:txBody>
      </p:sp>
      <p:sp>
        <p:nvSpPr>
          <p:cNvPr id="20" name="Текст 20"/>
          <p:cNvSpPr txBox="1"/>
          <p:nvPr/>
        </p:nvSpPr>
        <p:spPr>
          <a:xfrm>
            <a:off x="3888000" y="1944400"/>
            <a:ext cx="1008000" cy="12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ru-RU" sz="680" b="1" spc="160" dirty="0">
                <a:solidFill>
                  <a:srgbClr val="6B6880"/>
                </a:solidFill>
                <a:latin typeface="Golos Text"/>
                <a:cs typeface="Golos Text"/>
              </a:rPr>
              <a:t>МЕСТО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3888000" y="2092000"/>
            <a:ext cx="1008000" cy="338400"/>
          </a:xfrm>
          <a:prstGeom prst="roundRect">
            <a:avLst>
              <a:gd name="adj" fmla="val 23404"/>
            </a:avLst>
          </a:prstGeom>
          <a:solidFill>
            <a:srgbClr val="F2EFFA"/>
          </a:solidFill>
          <a:ln w="7620">
            <a:solidFill>
              <a:srgbClr val="D9D4EA"/>
            </a:solidFill>
          </a:ln>
        </p:spPr>
      </p:sp>
      <p:sp>
        <p:nvSpPr>
          <p:cNvPr id="22" name="Поле: Место"/>
          <p:cNvSpPr txBox="1"/>
          <p:nvPr/>
        </p:nvSpPr>
        <p:spPr>
          <a:xfrm>
            <a:off x="3888000" y="2092000"/>
            <a:ext cx="1008000" cy="338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ru-RU" sz="1700" b="1" dirty="0">
                <a:solidFill>
                  <a:srgbClr val="2B2560"/>
                </a:solidFill>
                <a:latin typeface="Golos Text"/>
                <a:cs typeface="Golos Text"/>
              </a:rPr>
              <a:t>34</a:t>
            </a:r>
          </a:p>
        </p:txBody>
      </p:sp>
      <p:pic>
        <p:nvPicPr>
          <p:cNvPr id="23" name="Картинка 23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8000" y="2178000"/>
            <a:ext cx="576000" cy="5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казочная бухгалтерия">
  <a:themeElements>
    <a:clrScheme name="Сказочная бухгалтерия">
      <a:dk1>
        <a:srgbClr val="1B1B1B"/>
      </a:dk1>
      <a:lt1>
        <a:srgbClr val="FFFFFF"/>
      </a:lt1>
      <a:dk2>
        <a:srgbClr val="2B2560"/>
      </a:dk2>
      <a:lt2>
        <a:srgbClr val="F3EEDC"/>
      </a:lt2>
      <a:accent1>
        <a:srgbClr val="7160A3"/>
      </a:accent1>
      <a:accent2>
        <a:srgbClr val="D6001F"/>
      </a:accent2>
      <a:accent3>
        <a:srgbClr val="8899EB"/>
      </a:accent3>
      <a:accent4>
        <a:srgbClr val="B7A9DE"/>
      </a:accent4>
      <a:accent5>
        <a:srgbClr val="2B2560"/>
      </a:accent5>
      <a:accent6>
        <a:srgbClr val="7E7BC4"/>
      </a:accent6>
      <a:hlink>
        <a:srgbClr val="D6001F"/>
      </a:hlink>
      <a:folHlink>
        <a:srgbClr val="7160A3"/>
      </a:folHlink>
    </a:clrScheme>
    <a:fontScheme name="Сказочная бухгалтерия">
      <a:majorFont>
        <a:latin typeface="Cramate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olos Tex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Билет: Сказочная бухгалтерия</dc:title>
  <dc:creator>1+1</dc:creator>
</cp:coreProperties>
</file>