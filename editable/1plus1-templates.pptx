
<file path=[Content_Types].xml><?xml version="1.0" encoding="utf-8"?>
<Types xmlns="http://schemas.openxmlformats.org/package/2006/content-types">
  <Default Extension="fntdata" ContentType="application/x-fontdata"/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10287000" cy="10287000" type="screen4x3"/>
  <p:notesSz cx="6858000" cy="9144000"/>
  <p:embeddedFontLst>
    <p:embeddedFont>
      <p:font typeface="Gilroy Light"/>
      <p:regular r:id="rIdFont1"/>
    </p:embeddedFont>
    <p:embeddedFont>
      <p:font typeface="Gilroy"/>
      <p:regular r:id="rIdFont2"/>
      <p:bold r:id="rIdFont3"/>
    </p:embeddedFont>
    <p:embeddedFont>
      <p:font typeface="Gilroy Medium"/>
      <p:regular r:id="rIdFont4"/>
    </p:embeddedFont>
    <p:embeddedFont>
      <p:font typeface="Gilroy SemiBold"/>
      <p:regular r:id="rIdFont5"/>
    </p:embeddedFont>
    <p:embeddedFont>
      <p:font typeface="Gilroy ExtraBold"/>
      <p:regular r:id="rIdFont6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Font1" Type="http://schemas.openxmlformats.org/officeDocument/2006/relationships/font" Target="fonts/font1.fntdata"/><Relationship Id="rIdFont2" Type="http://schemas.openxmlformats.org/officeDocument/2006/relationships/font" Target="fonts/font2.fntdata"/><Relationship Id="rIdFont3" Type="http://schemas.openxmlformats.org/officeDocument/2006/relationships/font" Target="fonts/font3.fntdata"/><Relationship Id="rIdFont4" Type="http://schemas.openxmlformats.org/officeDocument/2006/relationships/font" Target="fonts/font4.fntdata"/><Relationship Id="rIdFont5" Type="http://schemas.openxmlformats.org/officeDocument/2006/relationships/font" Target="fonts/font5.fntdata"/><Relationship Id="rIdFont6" Type="http://schemas.openxmlformats.org/officeDocument/2006/relationships/font" Target="fonts/font6.fnt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Шаблон. Текст-«рыба» заменяется своим. Фото и иконки: выделить, правая кнопка → Изменить рисунок. Шрифт Gilroy встроен в файл.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Шаблон. Текст-«рыба» заменяется своим. Фото и иконки: выделить, правая кнопка → Изменить рисунок. Шрифт Gilroy встроен в файл.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Шаблон. Текст-«рыба» заменяется своим. Фото и иконки: выделить, правая кнопка → Изменить рисунок. Шрифт Gilroy встроен в файл.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Шаблон. Текст-«рыба» заменяется своим. Фото и иконки: выделить, правая кнопка → Изменить рисунок. Шрифт Gilroy встроен в файл.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Шаблон. Текст-«рыба» заменяется своим. Фото и иконки: выделить, правая кнопка → Изменить рисунок. Шрифт Gilroy встроен в файл.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Шаблон. Текст-«рыба» заменяется своим. Фото и иконки: выделить, правая кнопка → Изменить рисунок. Шрифт Gilroy встроен в файл.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Шаблон. Текст-«рыба» заменяется своим. Фото и иконки: выделить, правая кнопка → Изменить рисунок. Шрифт Gilroy встроен в файл.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Шаблон. Текст-«рыба» заменяется своим. Фото и иконки: выделить, правая кнопка → Изменить рисунок. Шрифт Gilroy встроен в файл.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Шаблон. Текст-«рыба» заменяется своим. Фото и иконки: выделить, правая кнопка → Изменить рисунок. Шрифт Gilroy встроен в файл.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Шаблон. Текст-«рыба» заменяется своим. Фото и иконки: выделить, правая кнопка → Изменить рисунок. Шрифт Gilroy встроен в файл.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Шаблон. Текст-«рыба» заменяется своим. Фото и иконки: выделить, правая кнопка → Изменить рисунок. Шрифт Gilroy встроен в файл.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Шаблон. Текст-«рыба» заменяется своим. Фото и иконки: выделить, правая кнопка → Изменить рисунок. Шрифт Gilroy встроен в файл.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Шаблон. Текст-«рыба» заменяется своим. Фото и иконки: выделить, правая кнопка → Изменить рисунок. Шрифт Gilroy встроен в файл.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Шаблон. Текст-«рыба» заменяется своим. Фото и иконки: выделить, правая кнопка → Изменить рисунок. Шрифт Gilroy встроен в файл.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Шаблон. Текст-«рыба» заменяется своим. Фото и иконки: выделить, правая кнопка → Изменить рисунок. Шрифт Gilroy встроен в файл.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Шаблон. Текст-«рыба» заменяется своим. Фото и иконки: выделить, правая кнопка → Изменить рисунок. Шрифт Gilroy встроен в файл.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Шаблон. Текст-«рыба» заменяется своим. Фото и иконки: выделить, правая кнопка → Изменить рисунок. Шрифт Gilroy встроен в файл.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40" name="Фото"/>
          <p:cNvSpPr>
            <a:spLocks noGrp="1"/>
          </p:cNvSpPr>
          <p:nvPr>
            <p:ph type="pic" idx="10"/>
          </p:nvPr>
        </p:nvSpPr>
        <p:spPr>
          <a:xfrm>
            <a:off x="0" y="0"/>
            <a:ext cx="2857500" cy="2857500"/>
          </a:xfrm>
        </p:spPr>
        <p:txBody>
          <a:bodyPr/>
          <a:lstStyle/>
          <a:p>
            <a:r>
              <a:rPr lang="ru-RU"/>
              <a:t>Щёлкните значок, чтобы добавить фото</a:t>
            </a:r>
          </a:p>
        </p:txBody>
      </p:sp>
      <p:sp>
        <p:nvSpPr>
          <p:cNvPr id="41" name="Иконка"/>
          <p:cNvSpPr>
            <a:spLocks noGrp="1"/>
          </p:cNvSpPr>
          <p:nvPr>
            <p:ph type="pic" idx="11"/>
          </p:nvPr>
        </p:nvSpPr>
        <p:spPr>
          <a:xfrm>
            <a:off x="0" y="0"/>
            <a:ext cx="2857500" cy="2857500"/>
          </a:xfrm>
        </p:spPr>
        <p:txBody>
          <a:bodyPr/>
          <a:lstStyle/>
          <a:p>
            <a:r>
              <a:rPr lang="ru-RU"/>
              <a:t>Щёлкните значок, чтобы добавить иконку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Relationship Id="rId3" Type="http://schemas.openxmlformats.org/officeDocument/2006/relationships/image" Target="../media/image11.png"/><Relationship Id="rId4" Type="http://schemas.openxmlformats.org/officeDocument/2006/relationships/image" Target="../media/image9.png"/><Relationship Id="rId5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12.jpg"/><Relationship Id="rId4" Type="http://schemas.openxmlformats.org/officeDocument/2006/relationships/image" Target="../media/image9.png"/><Relationship Id="rId5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9.png"/><Relationship Id="rId4" Type="http://schemas.openxmlformats.org/officeDocument/2006/relationships/image" Target="../media/image13.png"/><Relationship Id="rId5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14.jpg"/><Relationship Id="rId4" Type="http://schemas.openxmlformats.org/officeDocument/2006/relationships/image" Target="../media/image15.png"/><Relationship Id="rId5" Type="http://schemas.openxmlformats.org/officeDocument/2006/relationships/image" Target="../media/image9.png"/><Relationship Id="rId6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image" Target="../media/image17.png"/><Relationship Id="rId4" Type="http://schemas.openxmlformats.org/officeDocument/2006/relationships/image" Target="../media/image2.png"/><Relationship Id="rId5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Relationship Id="rId3" Type="http://schemas.openxmlformats.org/officeDocument/2006/relationships/image" Target="../media/image9.png"/><Relationship Id="rId4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openxmlformats.org/officeDocument/2006/relationships/image" Target="../media/image9.png"/><Relationship Id="rId4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image" Target="../media/image9.png"/><Relationship Id="rId4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 name="V01-photo-question">
    <p:spTree>
      <p:nvGrpSpPr>
        <p:cNvPr id="1" name=""/>
        <p:cNvGrpSpPr/>
        <p:nvPr/>
      </p:nvGrpSpPr>
      <p:grpSpPr/>
      <p:sp>
        <p:nvSpPr>
          <p:cNvPr id="2" name="Picture Placeholder 1"/>
          <p:cNvSpPr>
            <a:spLocks noGrp="1"/>
          </p:cNvSpPr>
          <p:nvPr>
            <p:ph type="pic" idx="10"/>
          </p:nvPr>
        </p:nvSpPr>
        <p:spPr/>
      </p:sp>
      <p:sp>
        <p:nvSpPr>
          <p:cNvPr id="3" name="Picture Placeholder 2"/>
          <p:cNvSpPr>
            <a:spLocks noGrp="1"/>
          </p:cNvSpPr>
          <p:nvPr>
            <p:ph type="pic" idx="11"/>
          </p:nvPr>
        </p:nvSpPr>
        <p:spPr/>
      </p:sp>
      <p:pic>
        <p:nvPicPr>
          <p:cNvPr id="4" name="Фон (картинка, без текста)" descr="V01-photo-question-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0287000"/>
          </a:xfrm>
          <a:prstGeom prst="rect">
            <a:avLst/>
          </a:prstGeom>
        </p:spPr>
      </p:pic>
      <p:pic>
        <p:nvPicPr>
          <p:cNvPr id="5" name="Логотип" descr="logo-full-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914400"/>
            <a:ext cx="1905000" cy="1162942"/>
          </a:xfrm>
          <a:prstGeom prst="rect">
            <a:avLst/>
          </a:prstGeom>
        </p:spPr>
      </p:pic>
      <p:sp>
        <p:nvSpPr>
          <p:cNvPr id="6" name="Малиновая черта"/>
          <p:cNvSpPr/>
          <p:nvPr/>
        </p:nvSpPr>
        <p:spPr>
          <a:xfrm>
            <a:off x="914400" y="2362200"/>
            <a:ext cx="609600" cy="38100"/>
          </a:xfrm>
          <a:prstGeom prst="rect">
            <a:avLst/>
          </a:prstGeom>
          <a:solidFill>
            <a:srgbClr val="D73A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Текст 1"/>
          <p:cNvSpPr txBox="1"/>
          <p:nvPr/>
        </p:nvSpPr>
        <p:spPr>
          <a:xfrm>
            <a:off x="914400" y="2685288"/>
            <a:ext cx="9144000" cy="2060448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8112"/>
              </a:lnSpc>
            </a:pPr>
            <a:r>
              <a:rPr b="0" sz="7800" spc="-156">
                <a:solidFill>
                  <a:srgbClr val="FFFFFF"/>
                </a:solidFill>
                <a:latin typeface="Gilroy SemiBold"/>
                <a:ea typeface="Gilroy SemiBold"/>
                <a:cs typeface="Gilroy SemiBold"/>
              </a:rPr>
              <a:t>Здесь будет</a:t>
            </a:r>
            <a:br/>
            <a:r>
              <a:rPr b="0" sz="7800" spc="-156">
                <a:solidFill>
                  <a:srgbClr val="FFFFFF"/>
                </a:solidFill>
                <a:latin typeface="Gilroy SemiBold"/>
                <a:ea typeface="Gilroy SemiBold"/>
                <a:cs typeface="Gilroy SemiBold"/>
              </a:rPr>
              <a:t>яркий заголовок</a:t>
            </a:r>
          </a:p>
        </p:txBody>
      </p:sp>
      <p:sp>
        <p:nvSpPr>
          <p:cNvPr id="8" name="Текст 2"/>
          <p:cNvSpPr txBox="1"/>
          <p:nvPr/>
        </p:nvSpPr>
        <p:spPr>
          <a:xfrm>
            <a:off x="914400" y="5025318"/>
            <a:ext cx="9144000" cy="1056132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4158"/>
              </a:lnSpc>
            </a:pPr>
            <a:r>
              <a:rPr b="0" sz="3300" spc="-16">
                <a:solidFill>
                  <a:srgbClr val="FFFFFF"/>
                </a:solidFill>
                <a:latin typeface="Gilroy SemiBold"/>
                <a:ea typeface="Gilroy SemiBold"/>
                <a:cs typeface="Gilroy SemiBold"/>
              </a:rPr>
              <a:t>а тут вопрос или</a:t>
            </a:r>
            <a:br/>
            <a:r>
              <a:rPr b="0" sz="3300" spc="-16">
                <a:solidFill>
                  <a:srgbClr val="FFFFFF"/>
                </a:solidFill>
                <a:latin typeface="Gilroy SemiBold"/>
                <a:ea typeface="Gilroy SemiBold"/>
                <a:cs typeface="Gilroy SemiBold"/>
              </a:rPr>
              <a:t>пояснение в две строки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 name="V13-photo-hero-question">
    <p:spTree>
      <p:nvGrpSpPr>
        <p:cNvPr id="1" name=""/>
        <p:cNvGrpSpPr/>
        <p:nvPr/>
      </p:nvGrpSpPr>
      <p:grpSpPr/>
      <p:sp>
        <p:nvSpPr>
          <p:cNvPr id="2" name="Picture Placeholder 1"/>
          <p:cNvSpPr>
            <a:spLocks noGrp="1"/>
          </p:cNvSpPr>
          <p:nvPr>
            <p:ph type="pic" idx="10"/>
          </p:nvPr>
        </p:nvSpPr>
        <p:spPr/>
      </p:sp>
      <p:sp>
        <p:nvSpPr>
          <p:cNvPr id="3" name="Picture Placeholder 2"/>
          <p:cNvSpPr>
            <a:spLocks noGrp="1"/>
          </p:cNvSpPr>
          <p:nvPr>
            <p:ph type="pic" idx="11"/>
          </p:nvPr>
        </p:nvSpPr>
        <p:spPr/>
      </p:sp>
      <p:pic>
        <p:nvPicPr>
          <p:cNvPr id="4" name="Фон (картинка, без текста)" descr="V13-photo-hero-question-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0287000"/>
          </a:xfrm>
          <a:prstGeom prst="rect">
            <a:avLst/>
          </a:prstGeom>
        </p:spPr>
      </p:pic>
      <p:pic>
        <p:nvPicPr>
          <p:cNvPr id="5" name="Логотип" descr="logo-full-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914400"/>
            <a:ext cx="1905000" cy="1162942"/>
          </a:xfrm>
          <a:prstGeom prst="rect">
            <a:avLst/>
          </a:prstGeom>
        </p:spPr>
      </p:pic>
      <p:sp>
        <p:nvSpPr>
          <p:cNvPr id="6" name="Малиновая черта"/>
          <p:cNvSpPr/>
          <p:nvPr/>
        </p:nvSpPr>
        <p:spPr>
          <a:xfrm>
            <a:off x="914400" y="2362200"/>
            <a:ext cx="609600" cy="38100"/>
          </a:xfrm>
          <a:prstGeom prst="rect">
            <a:avLst/>
          </a:prstGeom>
          <a:solidFill>
            <a:srgbClr val="D73A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Текст 1"/>
          <p:cNvSpPr txBox="1"/>
          <p:nvPr/>
        </p:nvSpPr>
        <p:spPr>
          <a:xfrm>
            <a:off x="914400" y="2678430"/>
            <a:ext cx="9144000" cy="117348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4620"/>
              </a:lnSpc>
            </a:pPr>
            <a:r>
              <a:rPr b="0" sz="4200" spc="-84">
                <a:solidFill>
                  <a:srgbClr val="FFFFFF"/>
                </a:solidFill>
                <a:latin typeface="Gilroy SemiBold"/>
                <a:ea typeface="Gilroy SemiBold"/>
                <a:cs typeface="Gilroy SemiBold"/>
              </a:rPr>
              <a:t>Контекст в две строки,</a:t>
            </a:r>
            <a:br/>
            <a:r>
              <a:rPr b="0" sz="4200" spc="-84">
                <a:solidFill>
                  <a:srgbClr val="FFFFFF"/>
                </a:solidFill>
                <a:latin typeface="Gilroy SemiBold"/>
                <a:ea typeface="Gilroy SemiBold"/>
                <a:cs typeface="Gilroy SemiBold"/>
              </a:rPr>
              <a:t>коротко и ясно</a:t>
            </a:r>
          </a:p>
        </p:txBody>
      </p:sp>
      <p:sp>
        <p:nvSpPr>
          <p:cNvPr id="8" name="Текст 2"/>
          <p:cNvSpPr txBox="1"/>
          <p:nvPr/>
        </p:nvSpPr>
        <p:spPr>
          <a:xfrm>
            <a:off x="914400" y="4117595"/>
            <a:ext cx="9144000" cy="1248727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9832"/>
              </a:lnSpc>
            </a:pPr>
            <a:r>
              <a:rPr b="0" sz="10350" spc="-362">
                <a:solidFill>
                  <a:srgbClr val="EA4C74"/>
                </a:solidFill>
                <a:latin typeface="Gilroy ExtraBold"/>
                <a:ea typeface="Gilroy ExtraBold"/>
                <a:cs typeface="Gilroy ExtraBold"/>
              </a:rPr>
              <a:t>Тут вопрос?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 name="V02-news-graphite">
    <p:spTree>
      <p:nvGrpSpPr>
        <p:cNvPr id="1" name=""/>
        <p:cNvGrpSpPr/>
        <p:nvPr/>
      </p:nvGrpSpPr>
      <p:grpSpPr/>
      <p:sp>
        <p:nvSpPr>
          <p:cNvPr id="2" name="Picture Placeholder 1"/>
          <p:cNvSpPr>
            <a:spLocks noGrp="1"/>
          </p:cNvSpPr>
          <p:nvPr>
            <p:ph type="pic" idx="10"/>
          </p:nvPr>
        </p:nvSpPr>
        <p:spPr/>
      </p:sp>
      <p:sp>
        <p:nvSpPr>
          <p:cNvPr id="3" name="Picture Placeholder 2"/>
          <p:cNvSpPr>
            <a:spLocks noGrp="1"/>
          </p:cNvSpPr>
          <p:nvPr>
            <p:ph type="pic" idx="11"/>
          </p:nvPr>
        </p:nvSpPr>
        <p:spPr/>
      </p:sp>
      <p:pic>
        <p:nvPicPr>
          <p:cNvPr id="4" name="Фон (картинка, без текста)" descr="V02-news-graphite-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0287000"/>
          </a:xfrm>
          <a:prstGeom prst="rect">
            <a:avLst/>
          </a:prstGeom>
        </p:spPr>
      </p:pic>
      <p:pic>
        <p:nvPicPr>
          <p:cNvPr id="5" name="Логотип" descr="logo-full-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914400"/>
            <a:ext cx="1905000" cy="1162942"/>
          </a:xfrm>
          <a:prstGeom prst="rect">
            <a:avLst/>
          </a:prstGeom>
        </p:spPr>
      </p:pic>
      <p:sp>
        <p:nvSpPr>
          <p:cNvPr id="6" name="Малиновая черта"/>
          <p:cNvSpPr/>
          <p:nvPr/>
        </p:nvSpPr>
        <p:spPr>
          <a:xfrm>
            <a:off x="914400" y="3155305"/>
            <a:ext cx="609600" cy="38100"/>
          </a:xfrm>
          <a:prstGeom prst="rect">
            <a:avLst/>
          </a:prstGeom>
          <a:solidFill>
            <a:srgbClr val="D73A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Текст 1"/>
          <p:cNvSpPr txBox="1"/>
          <p:nvPr/>
        </p:nvSpPr>
        <p:spPr>
          <a:xfrm>
            <a:off x="914400" y="3477250"/>
            <a:ext cx="9144000" cy="25146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979"/>
              </a:lnSpc>
            </a:pPr>
            <a:r>
              <a:rPr b="0" sz="1650" spc="231" cap="all">
                <a:solidFill>
                  <a:srgbClr val="D2BE8C"/>
                </a:solidFill>
                <a:latin typeface="Gilroy Medium"/>
                <a:ea typeface="Gilroy Medium"/>
                <a:cs typeface="Gilroy Medium"/>
              </a:rPr>
              <a:t>Рубрика или тема</a:t>
            </a:r>
          </a:p>
        </p:txBody>
      </p:sp>
      <p:sp>
        <p:nvSpPr>
          <p:cNvPr id="8" name="Текст 2"/>
          <p:cNvSpPr txBox="1"/>
          <p:nvPr/>
        </p:nvSpPr>
        <p:spPr>
          <a:xfrm>
            <a:off x="914400" y="4002268"/>
            <a:ext cx="9144000" cy="3090672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8112"/>
              </a:lnSpc>
            </a:pPr>
            <a:r>
              <a:rPr b="0" sz="7800" spc="-156">
                <a:solidFill>
                  <a:srgbClr val="FFFFFF"/>
                </a:solidFill>
                <a:latin typeface="Gilroy SemiBold"/>
                <a:ea typeface="Gilroy SemiBold"/>
                <a:cs typeface="Gilroy SemiBold"/>
              </a:rPr>
              <a:t>Здесь будет</a:t>
            </a:r>
            <a:br/>
            <a:r>
              <a:rPr b="0" sz="7800" spc="-156">
                <a:solidFill>
                  <a:srgbClr val="FFFFFF"/>
                </a:solidFill>
                <a:latin typeface="Gilroy SemiBold"/>
                <a:ea typeface="Gilroy SemiBold"/>
                <a:cs typeface="Gilroy SemiBold"/>
              </a:rPr>
              <a:t>ваш заголовок</a:t>
            </a:r>
            <a:br/>
            <a:r>
              <a:rPr b="0" sz="7800" spc="-156">
                <a:solidFill>
                  <a:srgbClr val="FFFFFF"/>
                </a:solidFill>
                <a:latin typeface="Gilroy SemiBold"/>
                <a:ea typeface="Gilroy SemiBold"/>
                <a:cs typeface="Gilroy SemiBold"/>
              </a:rPr>
              <a:t>на три строки</a:t>
            </a:r>
          </a:p>
        </p:txBody>
      </p:sp>
      <p:sp>
        <p:nvSpPr>
          <p:cNvPr id="9" name="Текст 3"/>
          <p:cNvSpPr txBox="1"/>
          <p:nvPr/>
        </p:nvSpPr>
        <p:spPr>
          <a:xfrm>
            <a:off x="914400" y="7537459"/>
            <a:ext cx="9144000" cy="61722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4859"/>
              </a:lnSpc>
            </a:pPr>
            <a:r>
              <a:rPr b="0" sz="4050" spc="-20">
                <a:solidFill>
                  <a:srgbClr val="BABAB9"/>
                </a:solidFill>
                <a:latin typeface="Gilroy Medium"/>
                <a:ea typeface="Gilroy Medium"/>
                <a:cs typeface="Gilroy Medium"/>
              </a:rPr>
              <a:t>с </a:t>
            </a:r>
            <a:r>
              <a:rPr b="0" sz="4050" spc="-20">
                <a:solidFill>
                  <a:srgbClr val="EA4C74"/>
                </a:solidFill>
                <a:latin typeface="Gilroy SemiBold"/>
                <a:ea typeface="Gilroy SemiBold"/>
                <a:cs typeface="Gilroy SemiBold"/>
              </a:rPr>
              <a:t>дата или срок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 name="V14-graphite-hero-question">
    <p:spTree>
      <p:nvGrpSpPr>
        <p:cNvPr id="1" name=""/>
        <p:cNvGrpSpPr/>
        <p:nvPr/>
      </p:nvGrpSpPr>
      <p:grpSpPr/>
      <p:sp>
        <p:nvSpPr>
          <p:cNvPr id="2" name="Picture Placeholder 1"/>
          <p:cNvSpPr>
            <a:spLocks noGrp="1"/>
          </p:cNvSpPr>
          <p:nvPr>
            <p:ph type="pic" idx="10"/>
          </p:nvPr>
        </p:nvSpPr>
        <p:spPr/>
      </p:sp>
      <p:sp>
        <p:nvSpPr>
          <p:cNvPr id="3" name="Picture Placeholder 2"/>
          <p:cNvSpPr>
            <a:spLocks noGrp="1"/>
          </p:cNvSpPr>
          <p:nvPr>
            <p:ph type="pic" idx="11"/>
          </p:nvPr>
        </p:nvSpPr>
        <p:spPr/>
      </p:sp>
      <p:pic>
        <p:nvPicPr>
          <p:cNvPr id="4" name="Фон (картинка, без текста)" descr="V14-graphite-hero-question-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0287000"/>
          </a:xfrm>
          <a:prstGeom prst="rect">
            <a:avLst/>
          </a:prstGeom>
        </p:spPr>
      </p:pic>
      <p:pic>
        <p:nvPicPr>
          <p:cNvPr id="5" name="Логотип" descr="logo-full-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914400"/>
            <a:ext cx="1905000" cy="1162942"/>
          </a:xfrm>
          <a:prstGeom prst="rect">
            <a:avLst/>
          </a:prstGeom>
        </p:spPr>
      </p:pic>
      <p:sp>
        <p:nvSpPr>
          <p:cNvPr id="6" name="Малиновая черта"/>
          <p:cNvSpPr/>
          <p:nvPr/>
        </p:nvSpPr>
        <p:spPr>
          <a:xfrm>
            <a:off x="914400" y="4142035"/>
            <a:ext cx="609600" cy="38100"/>
          </a:xfrm>
          <a:prstGeom prst="rect">
            <a:avLst/>
          </a:prstGeom>
          <a:solidFill>
            <a:srgbClr val="D73A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Текст 1"/>
          <p:cNvSpPr txBox="1"/>
          <p:nvPr/>
        </p:nvSpPr>
        <p:spPr>
          <a:xfrm>
            <a:off x="914400" y="4458265"/>
            <a:ext cx="9144000" cy="117348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4620"/>
              </a:lnSpc>
            </a:pPr>
            <a:r>
              <a:rPr b="0" sz="4200" spc="-84">
                <a:solidFill>
                  <a:srgbClr val="FFFFFF"/>
                </a:solidFill>
                <a:latin typeface="Gilroy SemiBold"/>
                <a:ea typeface="Gilroy SemiBold"/>
                <a:cs typeface="Gilroy SemiBold"/>
              </a:rPr>
              <a:t>Контекст в две строки,</a:t>
            </a:r>
            <a:br/>
            <a:r>
              <a:rPr b="0" sz="4200" spc="-84">
                <a:solidFill>
                  <a:srgbClr val="FFFFFF"/>
                </a:solidFill>
                <a:latin typeface="Gilroy SemiBold"/>
                <a:ea typeface="Gilroy SemiBold"/>
                <a:cs typeface="Gilroy SemiBold"/>
              </a:rPr>
              <a:t>коротко и ясно</a:t>
            </a:r>
          </a:p>
        </p:txBody>
      </p:sp>
      <p:sp>
        <p:nvSpPr>
          <p:cNvPr id="8" name="Текст 2"/>
          <p:cNvSpPr txBox="1"/>
          <p:nvPr/>
        </p:nvSpPr>
        <p:spPr>
          <a:xfrm>
            <a:off x="914400" y="5935531"/>
            <a:ext cx="9144000" cy="1248727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9832"/>
              </a:lnSpc>
            </a:pPr>
            <a:r>
              <a:rPr b="0" sz="10350" spc="-362">
                <a:solidFill>
                  <a:srgbClr val="EA4C74"/>
                </a:solidFill>
                <a:latin typeface="Gilroy ExtraBold"/>
                <a:ea typeface="Gilroy ExtraBold"/>
                <a:cs typeface="Gilroy ExtraBold"/>
              </a:rPr>
              <a:t>Тут вопрос?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 name="V03-news-green">
    <p:spTree>
      <p:nvGrpSpPr>
        <p:cNvPr id="1" name=""/>
        <p:cNvGrpSpPr/>
        <p:nvPr/>
      </p:nvGrpSpPr>
      <p:grpSpPr/>
      <p:sp>
        <p:nvSpPr>
          <p:cNvPr id="2" name="Picture Placeholder 1"/>
          <p:cNvSpPr>
            <a:spLocks noGrp="1"/>
          </p:cNvSpPr>
          <p:nvPr>
            <p:ph type="pic" idx="10"/>
          </p:nvPr>
        </p:nvSpPr>
        <p:spPr/>
      </p:sp>
      <p:sp>
        <p:nvSpPr>
          <p:cNvPr id="3" name="Picture Placeholder 2"/>
          <p:cNvSpPr>
            <a:spLocks noGrp="1"/>
          </p:cNvSpPr>
          <p:nvPr>
            <p:ph type="pic" idx="11"/>
          </p:nvPr>
        </p:nvSpPr>
        <p:spPr/>
      </p:sp>
      <p:pic>
        <p:nvPicPr>
          <p:cNvPr id="4" name="Фон (картинка, без текста)" descr="V03-news-green-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0287000"/>
          </a:xfrm>
          <a:prstGeom prst="rect">
            <a:avLst/>
          </a:prstGeom>
        </p:spPr>
      </p:pic>
      <p:pic>
        <p:nvPicPr>
          <p:cNvPr id="5" name="Логотип" descr="logo-full-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914400"/>
            <a:ext cx="1905000" cy="1162942"/>
          </a:xfrm>
          <a:prstGeom prst="rect">
            <a:avLst/>
          </a:prstGeom>
        </p:spPr>
      </p:pic>
      <p:sp>
        <p:nvSpPr>
          <p:cNvPr id="6" name="Малиновая черта"/>
          <p:cNvSpPr/>
          <p:nvPr/>
        </p:nvSpPr>
        <p:spPr>
          <a:xfrm>
            <a:off x="914400" y="2702867"/>
            <a:ext cx="609600" cy="38100"/>
          </a:xfrm>
          <a:prstGeom prst="rect">
            <a:avLst/>
          </a:prstGeom>
          <a:solidFill>
            <a:srgbClr val="D73A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Текст 1"/>
          <p:cNvSpPr txBox="1"/>
          <p:nvPr/>
        </p:nvSpPr>
        <p:spPr>
          <a:xfrm>
            <a:off x="914400" y="3024812"/>
            <a:ext cx="9144000" cy="25146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979"/>
              </a:lnSpc>
            </a:pPr>
            <a:r>
              <a:rPr b="0" sz="1650" spc="231" cap="all">
                <a:solidFill>
                  <a:srgbClr val="E0E1C9"/>
                </a:solidFill>
                <a:latin typeface="Gilroy Medium"/>
                <a:ea typeface="Gilroy Medium"/>
                <a:cs typeface="Gilroy Medium"/>
              </a:rPr>
              <a:t>Рубрика или тема</a:t>
            </a:r>
          </a:p>
        </p:txBody>
      </p:sp>
      <p:sp>
        <p:nvSpPr>
          <p:cNvPr id="8" name="Текст 2"/>
          <p:cNvSpPr txBox="1"/>
          <p:nvPr/>
        </p:nvSpPr>
        <p:spPr>
          <a:xfrm>
            <a:off x="857250" y="3563180"/>
            <a:ext cx="9201150" cy="4005072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0512"/>
              </a:lnSpc>
            </a:pPr>
            <a:r>
              <a:rPr b="1" sz="10950" spc="-383">
                <a:solidFill>
                  <a:srgbClr val="FFFFFF"/>
                </a:solidFill>
                <a:latin typeface="Gilroy"/>
                <a:ea typeface="Gilroy"/>
                <a:cs typeface="Gilroy"/>
              </a:rPr>
              <a:t>Здесь будет</a:t>
            </a:r>
            <a:br/>
            <a:r>
              <a:rPr b="1" sz="10950" spc="-383">
                <a:solidFill>
                  <a:srgbClr val="FFFFFF"/>
                </a:solidFill>
                <a:latin typeface="Gilroy"/>
                <a:ea typeface="Gilroy"/>
                <a:cs typeface="Gilroy"/>
              </a:rPr>
              <a:t>ваш крупный</a:t>
            </a:r>
            <a:br/>
            <a:r>
              <a:rPr b="1" sz="10950" spc="-383">
                <a:solidFill>
                  <a:srgbClr val="FFFFFF"/>
                </a:solidFill>
                <a:latin typeface="Gilroy"/>
                <a:ea typeface="Gilroy"/>
                <a:cs typeface="Gilroy"/>
              </a:rPr>
              <a:t>заголовок</a:t>
            </a:r>
          </a:p>
        </p:txBody>
      </p:sp>
      <p:sp>
        <p:nvSpPr>
          <p:cNvPr id="9" name="Текст 3"/>
          <p:cNvSpPr txBox="1"/>
          <p:nvPr/>
        </p:nvSpPr>
        <p:spPr>
          <a:xfrm>
            <a:off x="914400" y="7985134"/>
            <a:ext cx="9144000" cy="61722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4859"/>
              </a:lnSpc>
            </a:pPr>
            <a:r>
              <a:rPr b="0" sz="4050">
                <a:solidFill>
                  <a:srgbClr val="E4E4D2"/>
                </a:solidFill>
                <a:latin typeface="Gilroy Medium"/>
                <a:ea typeface="Gilroy Medium"/>
                <a:cs typeface="Gilroy Medium"/>
              </a:rPr>
              <a:t>с</a:t>
            </a:r>
          </a:p>
        </p:txBody>
      </p:sp>
      <p:sp>
        <p:nvSpPr>
          <p:cNvPr id="10" name="Текст 4"/>
          <p:cNvSpPr txBox="1"/>
          <p:nvPr/>
        </p:nvSpPr>
        <p:spPr>
          <a:xfrm>
            <a:off x="1348233" y="7980372"/>
            <a:ext cx="8710166" cy="61722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4859"/>
              </a:lnSpc>
            </a:pPr>
            <a:r>
              <a:rPr b="1" sz="4050">
                <a:solidFill>
                  <a:srgbClr val="FFFFFF"/>
                </a:solidFill>
                <a:latin typeface="Gilroy"/>
                <a:ea typeface="Gilroy"/>
                <a:cs typeface="Gilroy"/>
              </a:rPr>
              <a:t>дата или срок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 name="V05-list">
    <p:spTree>
      <p:nvGrpSpPr>
        <p:cNvPr id="1" name=""/>
        <p:cNvGrpSpPr/>
        <p:nvPr/>
      </p:nvGrpSpPr>
      <p:grpSpPr/>
      <p:sp>
        <p:nvSpPr>
          <p:cNvPr id="2" name="Picture Placeholder 1"/>
          <p:cNvSpPr>
            <a:spLocks noGrp="1"/>
          </p:cNvSpPr>
          <p:nvPr>
            <p:ph type="pic" idx="10"/>
          </p:nvPr>
        </p:nvSpPr>
        <p:spPr/>
      </p:sp>
      <p:sp>
        <p:nvSpPr>
          <p:cNvPr id="3" name="Picture Placeholder 2"/>
          <p:cNvSpPr>
            <a:spLocks noGrp="1"/>
          </p:cNvSpPr>
          <p:nvPr>
            <p:ph type="pic" idx="11"/>
          </p:nvPr>
        </p:nvSpPr>
        <p:spPr/>
      </p:sp>
      <p:pic>
        <p:nvPicPr>
          <p:cNvPr id="4" name="Фон (картинка, без текста)" descr="V05-list-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0287000"/>
          </a:xfrm>
          <a:prstGeom prst="rect">
            <a:avLst/>
          </a:prstGeom>
        </p:spPr>
      </p:pic>
      <p:pic>
        <p:nvPicPr>
          <p:cNvPr id="5" name="Иконка (водяной знак) (заменить: Изменить рисунок)" descr="V05-list-icon.png"/>
          <p:cNvPicPr>
            <a:picLocks noChangeAspect="1"/>
          </p:cNvPicPr>
          <p:nvPr>
            <p:ph type="pic" idx="11"/>
          </p:nvPr>
        </p:nvPicPr>
        <p:blipFill>
          <a:blip r:embed="rId3"/>
          <a:stretch>
            <a:fillRect/>
          </a:stretch>
        </p:blipFill>
        <p:spPr>
          <a:xfrm>
            <a:off x="6000750" y="6000750"/>
            <a:ext cx="4953000" cy="4953000"/>
          </a:xfrm>
          <a:prstGeom prst="rect">
            <a:avLst/>
          </a:prstGeom>
        </p:spPr>
      </p:pic>
      <p:pic>
        <p:nvPicPr>
          <p:cNvPr id="6" name="Логотип" descr="logo-ful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" y="914400"/>
            <a:ext cx="1905000" cy="1162942"/>
          </a:xfrm>
          <a:prstGeom prst="rect">
            <a:avLst/>
          </a:prstGeom>
        </p:spPr>
      </p:pic>
      <p:sp>
        <p:nvSpPr>
          <p:cNvPr id="7" name="Малиновая черта"/>
          <p:cNvSpPr/>
          <p:nvPr/>
        </p:nvSpPr>
        <p:spPr>
          <a:xfrm>
            <a:off x="914400" y="2362200"/>
            <a:ext cx="609600" cy="38100"/>
          </a:xfrm>
          <a:prstGeom prst="rect">
            <a:avLst/>
          </a:prstGeom>
          <a:solidFill>
            <a:srgbClr val="D73A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Текст 1"/>
          <p:cNvSpPr txBox="1"/>
          <p:nvPr/>
        </p:nvSpPr>
        <p:spPr>
          <a:xfrm>
            <a:off x="914400" y="2685288"/>
            <a:ext cx="9144000" cy="2060448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8112"/>
              </a:lnSpc>
            </a:pPr>
            <a:r>
              <a:rPr b="0" sz="7800" spc="-156">
                <a:solidFill>
                  <a:srgbClr val="1C1A17"/>
                </a:solidFill>
                <a:latin typeface="Gilroy SemiBold"/>
                <a:ea typeface="Gilroy SemiBold"/>
                <a:cs typeface="Gilroy SemiBold"/>
              </a:rPr>
              <a:t>Название услуги</a:t>
            </a:r>
            <a:br/>
            <a:r>
              <a:rPr b="0" sz="7800" spc="-156">
                <a:solidFill>
                  <a:srgbClr val="1C1A17"/>
                </a:solidFill>
                <a:latin typeface="Gilroy SemiBold"/>
                <a:ea typeface="Gilroy SemiBold"/>
                <a:cs typeface="Gilroy SemiBold"/>
              </a:rPr>
              <a:t>в две строки</a:t>
            </a:r>
          </a:p>
        </p:txBody>
      </p:sp>
      <p:sp>
        <p:nvSpPr>
          <p:cNvPr id="9" name="Текст 2"/>
          <p:cNvSpPr txBox="1"/>
          <p:nvPr/>
        </p:nvSpPr>
        <p:spPr>
          <a:xfrm>
            <a:off x="1447800" y="5212199"/>
            <a:ext cx="8610600" cy="421005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3315"/>
              </a:lnSpc>
            </a:pPr>
            <a:r>
              <a:rPr b="0" sz="2550">
                <a:solidFill>
                  <a:srgbClr val="1C1A17"/>
                </a:solidFill>
                <a:latin typeface="Gilroy"/>
                <a:ea typeface="Gilroy"/>
                <a:cs typeface="Gilroy"/>
              </a:rPr>
              <a:t>Первый пункт: коротко и по делу</a:t>
            </a:r>
          </a:p>
        </p:txBody>
      </p:sp>
      <p:sp>
        <p:nvSpPr>
          <p:cNvPr id="10" name="Текст 3"/>
          <p:cNvSpPr txBox="1"/>
          <p:nvPr/>
        </p:nvSpPr>
        <p:spPr>
          <a:xfrm>
            <a:off x="1447800" y="5890260"/>
            <a:ext cx="8610600" cy="421005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3315"/>
              </a:lnSpc>
            </a:pPr>
            <a:r>
              <a:rPr b="0" sz="2550">
                <a:solidFill>
                  <a:srgbClr val="1C1A17"/>
                </a:solidFill>
                <a:latin typeface="Gilroy"/>
                <a:ea typeface="Gilroy"/>
                <a:cs typeface="Gilroy"/>
              </a:rPr>
              <a:t>Второй пункт чуть длиннее, но в одну строку</a:t>
            </a:r>
          </a:p>
        </p:txBody>
      </p:sp>
      <p:sp>
        <p:nvSpPr>
          <p:cNvPr id="11" name="Текст 4"/>
          <p:cNvSpPr txBox="1"/>
          <p:nvPr/>
        </p:nvSpPr>
        <p:spPr>
          <a:xfrm>
            <a:off x="1447800" y="6568320"/>
            <a:ext cx="8610600" cy="421005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3315"/>
              </a:lnSpc>
            </a:pPr>
            <a:r>
              <a:rPr b="0" sz="2550">
                <a:solidFill>
                  <a:srgbClr val="1C1A17"/>
                </a:solidFill>
                <a:latin typeface="Gilroy"/>
                <a:ea typeface="Gilroy"/>
                <a:cs typeface="Gilroy"/>
              </a:rPr>
              <a:t>Третий пункт</a:t>
            </a:r>
          </a:p>
        </p:txBody>
      </p:sp>
      <p:sp>
        <p:nvSpPr>
          <p:cNvPr id="12" name="Текст 5"/>
          <p:cNvSpPr txBox="1"/>
          <p:nvPr/>
        </p:nvSpPr>
        <p:spPr>
          <a:xfrm>
            <a:off x="1447800" y="7246381"/>
            <a:ext cx="8610600" cy="421005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3315"/>
              </a:lnSpc>
            </a:pPr>
            <a:r>
              <a:rPr b="0" sz="2550">
                <a:solidFill>
                  <a:srgbClr val="1C1A17"/>
                </a:solidFill>
                <a:latin typeface="Gilroy"/>
                <a:ea typeface="Gilroy"/>
                <a:cs typeface="Gilroy"/>
              </a:rPr>
              <a:t>Четвёртый пункт без воды</a:t>
            </a:r>
          </a:p>
        </p:txBody>
      </p:sp>
      <p:sp>
        <p:nvSpPr>
          <p:cNvPr id="13" name="Текст 6"/>
          <p:cNvSpPr txBox="1"/>
          <p:nvPr/>
        </p:nvSpPr>
        <p:spPr>
          <a:xfrm>
            <a:off x="1447800" y="7924442"/>
            <a:ext cx="8610600" cy="421005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3315"/>
              </a:lnSpc>
            </a:pPr>
            <a:r>
              <a:rPr b="0" sz="2550">
                <a:solidFill>
                  <a:srgbClr val="1C1A17"/>
                </a:solidFill>
                <a:latin typeface="Gilroy"/>
                <a:ea typeface="Gilroy"/>
                <a:cs typeface="Gilroy"/>
              </a:rPr>
              <a:t>Пятый, последний пункт</a:t>
            </a:r>
          </a:p>
        </p:txBody>
      </p:sp>
      <p:sp>
        <p:nvSpPr>
          <p:cNvPr id="14" name="Маркер списка"/>
          <p:cNvSpPr txBox="1"/>
          <p:nvPr/>
        </p:nvSpPr>
        <p:spPr>
          <a:xfrm>
            <a:off x="914400" y="5184576"/>
            <a:ext cx="9144000" cy="4191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3300"/>
              </a:lnSpc>
            </a:pPr>
            <a:r>
              <a:rPr b="1" sz="3300">
                <a:solidFill>
                  <a:srgbClr val="D73A61"/>
                </a:solidFill>
                <a:latin typeface="Gilroy"/>
                <a:ea typeface="Gilroy"/>
                <a:cs typeface="Gilroy"/>
              </a:rPr>
              <a:t>+</a:t>
            </a:r>
          </a:p>
        </p:txBody>
      </p:sp>
      <p:sp>
        <p:nvSpPr>
          <p:cNvPr id="15" name="Маркер списка"/>
          <p:cNvSpPr txBox="1"/>
          <p:nvPr/>
        </p:nvSpPr>
        <p:spPr>
          <a:xfrm>
            <a:off x="914400" y="5862637"/>
            <a:ext cx="9144000" cy="4191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3300"/>
              </a:lnSpc>
            </a:pPr>
            <a:r>
              <a:rPr b="1" sz="3300">
                <a:solidFill>
                  <a:srgbClr val="D73A61"/>
                </a:solidFill>
                <a:latin typeface="Gilroy"/>
                <a:ea typeface="Gilroy"/>
                <a:cs typeface="Gilroy"/>
              </a:rPr>
              <a:t>+</a:t>
            </a:r>
          </a:p>
        </p:txBody>
      </p:sp>
      <p:sp>
        <p:nvSpPr>
          <p:cNvPr id="16" name="Маркер списка"/>
          <p:cNvSpPr txBox="1"/>
          <p:nvPr/>
        </p:nvSpPr>
        <p:spPr>
          <a:xfrm>
            <a:off x="914400" y="6540698"/>
            <a:ext cx="9144000" cy="4191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3300"/>
              </a:lnSpc>
            </a:pPr>
            <a:r>
              <a:rPr b="1" sz="3300">
                <a:solidFill>
                  <a:srgbClr val="D73A61"/>
                </a:solidFill>
                <a:latin typeface="Gilroy"/>
                <a:ea typeface="Gilroy"/>
                <a:cs typeface="Gilroy"/>
              </a:rPr>
              <a:t>+</a:t>
            </a:r>
          </a:p>
        </p:txBody>
      </p:sp>
      <p:sp>
        <p:nvSpPr>
          <p:cNvPr id="17" name="Маркер списка"/>
          <p:cNvSpPr txBox="1"/>
          <p:nvPr/>
        </p:nvSpPr>
        <p:spPr>
          <a:xfrm>
            <a:off x="914400" y="7218759"/>
            <a:ext cx="9144000" cy="4191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3300"/>
              </a:lnSpc>
            </a:pPr>
            <a:r>
              <a:rPr b="1" sz="3300">
                <a:solidFill>
                  <a:srgbClr val="D73A61"/>
                </a:solidFill>
                <a:latin typeface="Gilroy"/>
                <a:ea typeface="Gilroy"/>
                <a:cs typeface="Gilroy"/>
              </a:rPr>
              <a:t>+</a:t>
            </a:r>
          </a:p>
        </p:txBody>
      </p:sp>
      <p:sp>
        <p:nvSpPr>
          <p:cNvPr id="18" name="Маркер списка"/>
          <p:cNvSpPr txBox="1"/>
          <p:nvPr/>
        </p:nvSpPr>
        <p:spPr>
          <a:xfrm>
            <a:off x="914400" y="7896820"/>
            <a:ext cx="9144000" cy="4191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3300"/>
              </a:lnSpc>
            </a:pPr>
            <a:r>
              <a:rPr b="1" sz="3300">
                <a:solidFill>
                  <a:srgbClr val="D73A61"/>
                </a:solidFill>
                <a:latin typeface="Gilroy"/>
                <a:ea typeface="Gilroy"/>
                <a:cs typeface="Gilroy"/>
              </a:rPr>
              <a:t>+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 name="V06-team">
    <p:spTree>
      <p:nvGrpSpPr>
        <p:cNvPr id="1" name=""/>
        <p:cNvGrpSpPr/>
        <p:nvPr/>
      </p:nvGrpSpPr>
      <p:grpSpPr/>
      <p:sp>
        <p:nvSpPr>
          <p:cNvPr id="2" name="Picture Placeholder 1"/>
          <p:cNvSpPr>
            <a:spLocks noGrp="1"/>
          </p:cNvSpPr>
          <p:nvPr>
            <p:ph type="pic" idx="10"/>
          </p:nvPr>
        </p:nvSpPr>
        <p:spPr/>
      </p:sp>
      <p:sp>
        <p:nvSpPr>
          <p:cNvPr id="3" name="Picture Placeholder 2"/>
          <p:cNvSpPr>
            <a:spLocks noGrp="1"/>
          </p:cNvSpPr>
          <p:nvPr>
            <p:ph type="pic" idx="11"/>
          </p:nvPr>
        </p:nvSpPr>
        <p:spPr/>
      </p:sp>
      <p:pic>
        <p:nvPicPr>
          <p:cNvPr id="4" name="Фото (заменить: Изменить рисунок)" descr="studio-0484.jpg"/>
          <p:cNvPicPr>
            <a:picLocks noChangeAspect="1"/>
          </p:cNvPicPr>
          <p:nvPr>
            <p:ph type="pic" idx="10"/>
          </p:nvPr>
        </p:nvPicPr>
        <p:blipFill>
          <a:blip r:embed="rId2"/>
          <a:srcRect/>
          <a:stretch>
            <a:fillRect/>
          </a:stretch>
        </p:blipFill>
        <p:spPr>
          <a:xfrm>
            <a:off x="0" y="2571750"/>
            <a:ext cx="10287000" cy="7715250"/>
          </a:xfrm>
          <a:prstGeom prst="rect">
            <a:avLst/>
          </a:prstGeom>
        </p:spPr>
      </p:pic>
      <p:pic>
        <p:nvPicPr>
          <p:cNvPr id="5" name="Фон (картинка, без текста)" descr="V06-team-bg-fa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287000" cy="10287000"/>
          </a:xfrm>
          <a:prstGeom prst="rect">
            <a:avLst/>
          </a:prstGeom>
        </p:spPr>
      </p:pic>
      <p:pic>
        <p:nvPicPr>
          <p:cNvPr id="6" name="Логотип" descr="logo-ful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" y="914400"/>
            <a:ext cx="1905000" cy="1162942"/>
          </a:xfrm>
          <a:prstGeom prst="rect">
            <a:avLst/>
          </a:prstGeom>
        </p:spPr>
      </p:pic>
      <p:sp>
        <p:nvSpPr>
          <p:cNvPr id="7" name="Малиновая черта"/>
          <p:cNvSpPr/>
          <p:nvPr/>
        </p:nvSpPr>
        <p:spPr>
          <a:xfrm>
            <a:off x="914400" y="2362200"/>
            <a:ext cx="609600" cy="38100"/>
          </a:xfrm>
          <a:prstGeom prst="rect">
            <a:avLst/>
          </a:prstGeom>
          <a:solidFill>
            <a:srgbClr val="D73A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Текст 1"/>
          <p:cNvSpPr txBox="1"/>
          <p:nvPr/>
        </p:nvSpPr>
        <p:spPr>
          <a:xfrm>
            <a:off x="914400" y="2685288"/>
            <a:ext cx="9144000" cy="2060448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8112"/>
              </a:lnSpc>
            </a:pPr>
            <a:r>
              <a:rPr b="0" sz="7800" spc="-156">
                <a:solidFill>
                  <a:srgbClr val="1C1A17"/>
                </a:solidFill>
                <a:latin typeface="Gilroy SemiBold"/>
                <a:ea typeface="Gilroy SemiBold"/>
                <a:cs typeface="Gilroy SemiBold"/>
              </a:rPr>
              <a:t>Как мы </a:t>
            </a:r>
            <a:r>
              <a:rPr b="0" sz="7800" spc="-156">
                <a:solidFill>
                  <a:srgbClr val="D73A61"/>
                </a:solidFill>
                <a:latin typeface="Gilroy SemiBold"/>
                <a:ea typeface="Gilroy SemiBold"/>
                <a:cs typeface="Gilroy SemiBold"/>
              </a:rPr>
              <a:t>делаем</a:t>
            </a:r>
            <a:br/>
            <a:r>
              <a:rPr b="0" sz="7800" spc="-156">
                <a:solidFill>
                  <a:srgbClr val="1C1A17"/>
                </a:solidFill>
                <a:latin typeface="Gilroy SemiBold"/>
                <a:ea typeface="Gilroy SemiBold"/>
                <a:cs typeface="Gilroy SemiBold"/>
              </a:rPr>
              <a:t>что-то важное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 name="V08-fragment">
    <p:spTree>
      <p:nvGrpSpPr>
        <p:cNvPr id="1" name=""/>
        <p:cNvGrpSpPr/>
        <p:nvPr/>
      </p:nvGrpSpPr>
      <p:grpSpPr/>
      <p:sp>
        <p:nvSpPr>
          <p:cNvPr id="2" name="Picture Placeholder 1"/>
          <p:cNvSpPr>
            <a:spLocks noGrp="1"/>
          </p:cNvSpPr>
          <p:nvPr>
            <p:ph type="pic" idx="10"/>
          </p:nvPr>
        </p:nvSpPr>
        <p:spPr/>
      </p:sp>
      <p:sp>
        <p:nvSpPr>
          <p:cNvPr id="3" name="Picture Placeholder 2"/>
          <p:cNvSpPr>
            <a:spLocks noGrp="1"/>
          </p:cNvSpPr>
          <p:nvPr>
            <p:ph type="pic" idx="11"/>
          </p:nvPr>
        </p:nvSpPr>
        <p:spPr/>
      </p:sp>
      <p:pic>
        <p:nvPicPr>
          <p:cNvPr id="4" name="Фон (картинка, без текста)" descr="V05-list-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0287000"/>
          </a:xfrm>
          <a:prstGeom prst="rect">
            <a:avLst/>
          </a:prstGeom>
        </p:spPr>
      </p:pic>
      <p:pic>
        <p:nvPicPr>
          <p:cNvPr id="5" name="Фото (фрагмент) (заменить: Изменить рисунок)" descr="flatlay-band.jpg"/>
          <p:cNvPicPr>
            <a:picLocks noChangeAspect="1"/>
          </p:cNvPicPr>
          <p:nvPr>
            <p:ph type="pic" idx="10"/>
          </p:nvPr>
        </p:nvPicPr>
        <p:blipFill>
          <a:blip r:embed="rId3"/>
          <a:srcRect t="1136" b="1136"/>
          <a:stretch>
            <a:fillRect/>
          </a:stretch>
        </p:blipFill>
        <p:spPr>
          <a:xfrm>
            <a:off x="0" y="6191250"/>
            <a:ext cx="10287000" cy="4095750"/>
          </a:xfrm>
          <a:prstGeom prst="rect">
            <a:avLst/>
          </a:prstGeom>
        </p:spPr>
      </p:pic>
      <p:pic>
        <p:nvPicPr>
          <p:cNvPr id="6" name="Логотип" descr="logo-ful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" y="914400"/>
            <a:ext cx="1905000" cy="1162942"/>
          </a:xfrm>
          <a:prstGeom prst="rect">
            <a:avLst/>
          </a:prstGeom>
        </p:spPr>
      </p:pic>
      <p:sp>
        <p:nvSpPr>
          <p:cNvPr id="7" name="Малиновая черта"/>
          <p:cNvSpPr/>
          <p:nvPr/>
        </p:nvSpPr>
        <p:spPr>
          <a:xfrm>
            <a:off x="914400" y="2362200"/>
            <a:ext cx="609600" cy="38100"/>
          </a:xfrm>
          <a:prstGeom prst="rect">
            <a:avLst/>
          </a:prstGeom>
          <a:solidFill>
            <a:srgbClr val="D73A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Текст 1"/>
          <p:cNvSpPr txBox="1"/>
          <p:nvPr/>
        </p:nvSpPr>
        <p:spPr>
          <a:xfrm>
            <a:off x="914400" y="2676906"/>
            <a:ext cx="9144000" cy="1941576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7644"/>
              </a:lnSpc>
            </a:pPr>
            <a:r>
              <a:rPr b="0" sz="7350" spc="-147">
                <a:solidFill>
                  <a:srgbClr val="1C1A17"/>
                </a:solidFill>
                <a:latin typeface="Gilroy SemiBold"/>
                <a:ea typeface="Gilroy SemiBold"/>
                <a:cs typeface="Gilroy SemiBold"/>
              </a:rPr>
              <a:t>Заголовок про</a:t>
            </a:r>
            <a:br/>
            <a:r>
              <a:rPr b="0" sz="7350" spc="-147">
                <a:solidFill>
                  <a:srgbClr val="1C1A17"/>
                </a:solidFill>
                <a:latin typeface="Gilroy SemiBold"/>
                <a:ea typeface="Gilroy SemiBold"/>
                <a:cs typeface="Gilroy SemiBold"/>
              </a:rPr>
              <a:t>нас с </a:t>
            </a:r>
            <a:r>
              <a:rPr b="0" sz="7350" spc="-147">
                <a:solidFill>
                  <a:srgbClr val="D73A61"/>
                </a:solidFill>
                <a:latin typeface="Gilroy SemiBold"/>
                <a:ea typeface="Gilroy SemiBold"/>
                <a:cs typeface="Gilroy SemiBold"/>
              </a:rPr>
              <a:t>акцентом</a:t>
            </a:r>
          </a:p>
        </p:txBody>
      </p:sp>
      <p:sp>
        <p:nvSpPr>
          <p:cNvPr id="9" name="Текст 2"/>
          <p:cNvSpPr txBox="1"/>
          <p:nvPr/>
        </p:nvSpPr>
        <p:spPr>
          <a:xfrm>
            <a:off x="914400" y="4872632"/>
            <a:ext cx="9144000" cy="1000125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3937"/>
              </a:lnSpc>
            </a:pPr>
            <a:r>
              <a:rPr b="0" sz="3150" spc="-16">
                <a:solidFill>
                  <a:srgbClr val="6A6965"/>
                </a:solidFill>
                <a:latin typeface="Gilroy Medium"/>
                <a:ea typeface="Gilroy Medium"/>
                <a:cs typeface="Gilroy Medium"/>
              </a:rPr>
              <a:t>Подзаголовок в одну-две строки,</a:t>
            </a:r>
            <a:br/>
            <a:r>
              <a:rPr b="0" sz="3150" spc="-16">
                <a:solidFill>
                  <a:srgbClr val="6A6965"/>
                </a:solidFill>
                <a:latin typeface="Gilroy Medium"/>
                <a:ea typeface="Gilroy Medium"/>
                <a:cs typeface="Gilroy Medium"/>
              </a:rPr>
              <a:t>поясняет суть предложения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 name="V09-case">
    <p:spTree>
      <p:nvGrpSpPr>
        <p:cNvPr id="1" name=""/>
        <p:cNvGrpSpPr/>
        <p:nvPr/>
      </p:nvGrpSpPr>
      <p:grpSpPr/>
      <p:sp>
        <p:nvSpPr>
          <p:cNvPr id="2" name="Picture Placeholder 1"/>
          <p:cNvSpPr>
            <a:spLocks noGrp="1"/>
          </p:cNvSpPr>
          <p:nvPr>
            <p:ph type="pic" idx="10"/>
          </p:nvPr>
        </p:nvSpPr>
        <p:spPr/>
      </p:sp>
      <p:sp>
        <p:nvSpPr>
          <p:cNvPr id="3" name="Picture Placeholder 2"/>
          <p:cNvSpPr>
            <a:spLocks noGrp="1"/>
          </p:cNvSpPr>
          <p:nvPr>
            <p:ph type="pic" idx="11"/>
          </p:nvPr>
        </p:nvSpPr>
        <p:spPr/>
      </p:sp>
      <p:pic>
        <p:nvPicPr>
          <p:cNvPr id="4" name="Фон (картинка, без текста)" descr="V05-list-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0287000"/>
          </a:xfrm>
          <a:prstGeom prst="rect">
            <a:avLst/>
          </a:prstGeom>
        </p:spPr>
      </p:pic>
      <p:pic>
        <p:nvPicPr>
          <p:cNvPr id="5" name="Логотип" descr="logo-ful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914400"/>
            <a:ext cx="1905000" cy="1162942"/>
          </a:xfrm>
          <a:prstGeom prst="rect">
            <a:avLst/>
          </a:prstGeom>
        </p:spPr>
      </p:pic>
      <p:pic>
        <p:nvPicPr>
          <p:cNvPr id="6" name="Фото сотрудника, вырезка PNG (заменить: Изменить рисунок)" descr="ivlikova-olga.png"/>
          <p:cNvPicPr>
            <a:picLocks noChangeAspect="1"/>
          </p:cNvPicPr>
          <p:nvPr>
            <p:ph type="pic" idx="10"/>
          </p:nvPr>
        </p:nvPicPr>
        <p:blipFill>
          <a:blip r:embed="rId4"/>
          <a:stretch>
            <a:fillRect/>
          </a:stretch>
        </p:blipFill>
        <p:spPr>
          <a:xfrm>
            <a:off x="4327326" y="2133600"/>
            <a:ext cx="6626423" cy="8153400"/>
          </a:xfrm>
          <a:prstGeom prst="rect">
            <a:avLst/>
          </a:prstGeom>
        </p:spPr>
      </p:pic>
      <p:sp>
        <p:nvSpPr>
          <p:cNvPr id="7" name="Малиновая черта"/>
          <p:cNvSpPr/>
          <p:nvPr/>
        </p:nvSpPr>
        <p:spPr>
          <a:xfrm>
            <a:off x="914400" y="2362200"/>
            <a:ext cx="609600" cy="38100"/>
          </a:xfrm>
          <a:prstGeom prst="rect">
            <a:avLst/>
          </a:prstGeom>
          <a:solidFill>
            <a:srgbClr val="D73A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Текст 1"/>
          <p:cNvSpPr txBox="1"/>
          <p:nvPr/>
        </p:nvSpPr>
        <p:spPr>
          <a:xfrm>
            <a:off x="914400" y="2684145"/>
            <a:ext cx="9144000" cy="25146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979"/>
              </a:lnSpc>
            </a:pPr>
            <a:r>
              <a:rPr b="0" sz="1650" spc="231" cap="all">
                <a:solidFill>
                  <a:srgbClr val="6A6965"/>
                </a:solidFill>
                <a:latin typeface="Gilroy Medium"/>
                <a:ea typeface="Gilroy Medium"/>
                <a:cs typeface="Gilroy Medium"/>
              </a:rPr>
              <a:t>Рубрика</a:t>
            </a:r>
          </a:p>
        </p:txBody>
      </p:sp>
      <p:sp>
        <p:nvSpPr>
          <p:cNvPr id="9" name="Текст 2"/>
          <p:cNvSpPr txBox="1"/>
          <p:nvPr/>
        </p:nvSpPr>
        <p:spPr>
          <a:xfrm>
            <a:off x="914400" y="3203829"/>
            <a:ext cx="9144000" cy="2258568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4446"/>
              </a:lnSpc>
            </a:pPr>
            <a:r>
              <a:rPr b="0" sz="3900" spc="-78">
                <a:solidFill>
                  <a:srgbClr val="1C1A17"/>
                </a:solidFill>
                <a:latin typeface="Gilroy SemiBold"/>
                <a:ea typeface="Gilroy SemiBold"/>
                <a:cs typeface="Gilroy SemiBold"/>
              </a:rPr>
              <a:t>Здесь результат</a:t>
            </a:r>
            <a:br/>
            <a:r>
              <a:rPr b="0" sz="3900" spc="-78">
                <a:solidFill>
                  <a:srgbClr val="1C1A17"/>
                </a:solidFill>
                <a:latin typeface="Gilroy SemiBold"/>
                <a:ea typeface="Gilroy SemiBold"/>
                <a:cs typeface="Gilroy SemiBold"/>
              </a:rPr>
              <a:t>для клиента:</a:t>
            </a:r>
            <a:br/>
            <a:r>
              <a:rPr b="0" sz="3900" spc="-78">
                <a:solidFill>
                  <a:srgbClr val="D73A61"/>
                </a:solidFill>
                <a:latin typeface="Gilroy SemiBold"/>
                <a:ea typeface="Gilroy SemiBold"/>
                <a:cs typeface="Gilroy SemiBold"/>
              </a:rPr>
              <a:t>сумма</a:t>
            </a:r>
            <a:r>
              <a:rPr b="0" sz="3900" spc="-78">
                <a:solidFill>
                  <a:srgbClr val="1C1A17"/>
                </a:solidFill>
                <a:latin typeface="Gilroy SemiBold"/>
                <a:ea typeface="Gilroy SemiBold"/>
                <a:cs typeface="Gilroy SemiBold"/>
              </a:rPr>
              <a:t> или цель</a:t>
            </a:r>
            <a:br/>
            <a:r>
              <a:rPr b="0" sz="3900" spc="-78">
                <a:solidFill>
                  <a:srgbClr val="1C1A17"/>
                </a:solidFill>
                <a:latin typeface="Gilroy SemiBold"/>
                <a:ea typeface="Gilroy SemiBold"/>
                <a:cs typeface="Gilroy SemiBold"/>
              </a:rPr>
              <a:t>в одну строку</a:t>
            </a:r>
          </a:p>
        </p:txBody>
      </p:sp>
      <p:sp>
        <p:nvSpPr>
          <p:cNvPr id="10" name="Текст 3"/>
          <p:cNvSpPr txBox="1"/>
          <p:nvPr/>
        </p:nvSpPr>
        <p:spPr>
          <a:xfrm>
            <a:off x="914400" y="8397240"/>
            <a:ext cx="9144000" cy="50292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3959"/>
              </a:lnSpc>
            </a:pPr>
            <a:r>
              <a:rPr b="0" sz="3300" spc="-33">
                <a:solidFill>
                  <a:srgbClr val="1C1A17"/>
                </a:solidFill>
                <a:latin typeface="Gilroy SemiBold"/>
                <a:ea typeface="Gilroy SemiBold"/>
                <a:cs typeface="Gilroy SemiBold"/>
              </a:rPr>
              <a:t>Имя Фамилия</a:t>
            </a:r>
          </a:p>
        </p:txBody>
      </p:sp>
      <p:sp>
        <p:nvSpPr>
          <p:cNvPr id="11" name="Текст 4"/>
          <p:cNvSpPr txBox="1"/>
          <p:nvPr/>
        </p:nvSpPr>
        <p:spPr>
          <a:xfrm>
            <a:off x="914400" y="8996362"/>
            <a:ext cx="9144000" cy="371475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2925"/>
              </a:lnSpc>
            </a:pPr>
            <a:r>
              <a:rPr b="0" sz="2250">
                <a:solidFill>
                  <a:srgbClr val="6A6965"/>
                </a:solidFill>
                <a:latin typeface="Gilroy"/>
                <a:ea typeface="Gilroy"/>
                <a:cs typeface="Gilroy"/>
              </a:rPr>
              <a:t>Должность сотрудника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 name="V11-photo-frame">
    <p:spTree>
      <p:nvGrpSpPr>
        <p:cNvPr id="1" name=""/>
        <p:cNvGrpSpPr/>
        <p:nvPr/>
      </p:nvGrpSpPr>
      <p:grpSpPr/>
      <p:sp>
        <p:nvSpPr>
          <p:cNvPr id="2" name="Picture Placeholder 1"/>
          <p:cNvSpPr>
            <a:spLocks noGrp="1"/>
          </p:cNvSpPr>
          <p:nvPr>
            <p:ph type="pic" idx="10"/>
          </p:nvPr>
        </p:nvSpPr>
        <p:spPr/>
      </p:sp>
      <p:sp>
        <p:nvSpPr>
          <p:cNvPr id="3" name="Picture Placeholder 2"/>
          <p:cNvSpPr>
            <a:spLocks noGrp="1"/>
          </p:cNvSpPr>
          <p:nvPr>
            <p:ph type="pic" idx="11"/>
          </p:nvPr>
        </p:nvSpPr>
        <p:spPr/>
      </p:sp>
      <p:pic>
        <p:nvPicPr>
          <p:cNvPr id="4" name="Фон (картинка, без текста)" descr="V05-list-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0287000"/>
          </a:xfrm>
          <a:prstGeom prst="rect">
            <a:avLst/>
          </a:prstGeom>
        </p:spPr>
      </p:pic>
      <p:pic>
        <p:nvPicPr>
          <p:cNvPr id="5" name="Фото в рамке (заменить: Изменить рисунок)" descr="V11-photo-frame-photo.jpg"/>
          <p:cNvPicPr>
            <a:picLocks noChangeAspect="1"/>
          </p:cNvPicPr>
          <p:nvPr>
            <p:ph type="pic" idx="10"/>
          </p:nvPr>
        </p:nvPicPr>
        <p:blipFill>
          <a:blip r:embed="rId3"/>
          <a:srcRect t="8243" b="12365"/>
          <a:stretch>
            <a:fillRect/>
          </a:stretch>
        </p:blipFill>
        <p:spPr>
          <a:xfrm>
            <a:off x="914400" y="4895850"/>
            <a:ext cx="8458200" cy="4476750"/>
          </a:xfrm>
          <a:prstGeom prst="roundRect">
            <a:avLst>
              <a:gd name="adj" fmla="val 1702"/>
            </a:avLst>
          </a:prstGeom>
        </p:spPr>
      </p:pic>
      <p:pic>
        <p:nvPicPr>
          <p:cNvPr id="6" name="Иконка (водяной знак) (заменить: Изменить рисунок)" descr="V11-photo-frame-icon.png"/>
          <p:cNvPicPr>
            <a:picLocks noChangeAspect="1"/>
          </p:cNvPicPr>
          <p:nvPr>
            <p:ph type="pic" idx="11"/>
          </p:nvPr>
        </p:nvPicPr>
        <p:blipFill>
          <a:blip r:embed="rId4"/>
          <a:stretch>
            <a:fillRect/>
          </a:stretch>
        </p:blipFill>
        <p:spPr>
          <a:xfrm>
            <a:off x="7810500" y="-1619250"/>
            <a:ext cx="3810000" cy="3810000"/>
          </a:xfrm>
          <a:prstGeom prst="rect">
            <a:avLst/>
          </a:prstGeom>
        </p:spPr>
      </p:pic>
      <p:pic>
        <p:nvPicPr>
          <p:cNvPr id="7" name="Логотип" descr="logo-ful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4400" y="914400"/>
            <a:ext cx="1905000" cy="1162942"/>
          </a:xfrm>
          <a:prstGeom prst="rect">
            <a:avLst/>
          </a:prstGeom>
        </p:spPr>
      </p:pic>
      <p:sp>
        <p:nvSpPr>
          <p:cNvPr id="8" name="Малиновая черта"/>
          <p:cNvSpPr/>
          <p:nvPr/>
        </p:nvSpPr>
        <p:spPr>
          <a:xfrm>
            <a:off x="914400" y="2362200"/>
            <a:ext cx="609600" cy="38100"/>
          </a:xfrm>
          <a:prstGeom prst="rect">
            <a:avLst/>
          </a:prstGeom>
          <a:solidFill>
            <a:srgbClr val="D73A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Текст 1"/>
          <p:cNvSpPr txBox="1"/>
          <p:nvPr/>
        </p:nvSpPr>
        <p:spPr>
          <a:xfrm>
            <a:off x="914400" y="2686050"/>
            <a:ext cx="9144000" cy="188595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4950"/>
              </a:lnSpc>
            </a:pPr>
            <a:r>
              <a:rPr b="0" sz="4500" spc="-90">
                <a:solidFill>
                  <a:srgbClr val="1C1A17"/>
                </a:solidFill>
                <a:latin typeface="Gilroy SemiBold"/>
                <a:ea typeface="Gilroy SemiBold"/>
                <a:cs typeface="Gilroy SemiBold"/>
              </a:rPr>
              <a:t>Здесь заголовок</a:t>
            </a:r>
            <a:br/>
            <a:r>
              <a:rPr b="0" sz="4500" spc="-90">
                <a:solidFill>
                  <a:srgbClr val="1C1A17"/>
                </a:solidFill>
                <a:latin typeface="Gilroy SemiBold"/>
                <a:ea typeface="Gilroy SemiBold"/>
                <a:cs typeface="Gilroy SemiBold"/>
              </a:rPr>
              <a:t>в три строки, последняя</a:t>
            </a:r>
            <a:br/>
            <a:r>
              <a:rPr b="0" sz="4500" spc="-90">
                <a:solidFill>
                  <a:srgbClr val="1C1A17"/>
                </a:solidFill>
                <a:latin typeface="Gilroy SemiBold"/>
                <a:ea typeface="Gilroy SemiBold"/>
                <a:cs typeface="Gilroy SemiBold"/>
              </a:rPr>
              <a:t>строка с </a:t>
            </a:r>
            <a:r>
              <a:rPr b="0" sz="4500" spc="-90">
                <a:solidFill>
                  <a:srgbClr val="D73A61"/>
                </a:solidFill>
                <a:latin typeface="Gilroy SemiBold"/>
                <a:ea typeface="Gilroy SemiBold"/>
                <a:cs typeface="Gilroy SemiBold"/>
              </a:rPr>
              <a:t>акцентом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 name="V12-word-graphite">
    <p:spTree>
      <p:nvGrpSpPr>
        <p:cNvPr id="1" name=""/>
        <p:cNvGrpSpPr/>
        <p:nvPr/>
      </p:nvGrpSpPr>
      <p:grpSpPr/>
      <p:sp>
        <p:nvSpPr>
          <p:cNvPr id="2" name="Picture Placeholder 1"/>
          <p:cNvSpPr>
            <a:spLocks noGrp="1"/>
          </p:cNvSpPr>
          <p:nvPr>
            <p:ph type="pic" idx="10"/>
          </p:nvPr>
        </p:nvSpPr>
        <p:spPr/>
      </p:sp>
      <p:sp>
        <p:nvSpPr>
          <p:cNvPr id="3" name="Picture Placeholder 2"/>
          <p:cNvSpPr>
            <a:spLocks noGrp="1"/>
          </p:cNvSpPr>
          <p:nvPr>
            <p:ph type="pic" idx="11"/>
          </p:nvPr>
        </p:nvSpPr>
        <p:spPr/>
      </p:sp>
      <p:pic>
        <p:nvPicPr>
          <p:cNvPr id="4" name="Фон (картинка, без текста)" descr="V12-word-graphite-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0287000"/>
          </a:xfrm>
          <a:prstGeom prst="rect">
            <a:avLst/>
          </a:prstGeom>
        </p:spPr>
      </p:pic>
      <p:pic>
        <p:nvPicPr>
          <p:cNvPr id="5" name="Иконка (водяной знак) (заменить: Изменить рисунок)" descr="V12-word-graphite-icon.png"/>
          <p:cNvPicPr>
            <a:picLocks noChangeAspect="1"/>
          </p:cNvPicPr>
          <p:nvPr>
            <p:ph type="pic" idx="11"/>
          </p:nvPr>
        </p:nvPicPr>
        <p:blipFill>
          <a:blip r:embed="rId3"/>
          <a:stretch>
            <a:fillRect/>
          </a:stretch>
        </p:blipFill>
        <p:spPr>
          <a:xfrm>
            <a:off x="5524500" y="5810250"/>
            <a:ext cx="6667500" cy="6667500"/>
          </a:xfrm>
          <a:prstGeom prst="rect">
            <a:avLst/>
          </a:prstGeom>
        </p:spPr>
      </p:pic>
      <p:pic>
        <p:nvPicPr>
          <p:cNvPr id="6" name="Логотип" descr="logo-full-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" y="914400"/>
            <a:ext cx="1905000" cy="1162942"/>
          </a:xfrm>
          <a:prstGeom prst="rect">
            <a:avLst/>
          </a:prstGeom>
        </p:spPr>
      </p:pic>
      <p:sp>
        <p:nvSpPr>
          <p:cNvPr id="7" name="Малиновая черта"/>
          <p:cNvSpPr/>
          <p:nvPr/>
        </p:nvSpPr>
        <p:spPr>
          <a:xfrm>
            <a:off x="914400" y="3434729"/>
            <a:ext cx="609600" cy="38100"/>
          </a:xfrm>
          <a:prstGeom prst="rect">
            <a:avLst/>
          </a:prstGeom>
          <a:solidFill>
            <a:srgbClr val="D73A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Текст 1"/>
          <p:cNvSpPr txBox="1"/>
          <p:nvPr/>
        </p:nvSpPr>
        <p:spPr>
          <a:xfrm>
            <a:off x="914400" y="3750007"/>
            <a:ext cx="9144000" cy="760095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5984"/>
              </a:lnSpc>
            </a:pPr>
            <a:r>
              <a:rPr b="0" sz="5700" spc="-114">
                <a:solidFill>
                  <a:srgbClr val="FFFFFF"/>
                </a:solidFill>
                <a:latin typeface="Gilroy SemiBold"/>
                <a:ea typeface="Gilroy SemiBold"/>
                <a:cs typeface="Gilroy SemiBold"/>
              </a:rPr>
              <a:t>Рыбный заголовок</a:t>
            </a:r>
          </a:p>
        </p:txBody>
      </p:sp>
      <p:sp>
        <p:nvSpPr>
          <p:cNvPr id="9" name="Текст 2"/>
          <p:cNvSpPr txBox="1"/>
          <p:nvPr/>
        </p:nvSpPr>
        <p:spPr>
          <a:xfrm>
            <a:off x="914400" y="4671807"/>
            <a:ext cx="9144000" cy="245745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9350"/>
              </a:lnSpc>
            </a:pPr>
            <a:r>
              <a:rPr b="0" sz="22500" spc="-900">
                <a:solidFill>
                  <a:srgbClr val="EA4C74"/>
                </a:solidFill>
                <a:latin typeface="Gilroy ExtraBold"/>
                <a:ea typeface="Gilroy ExtraBold"/>
                <a:cs typeface="Gilroy ExtraBold"/>
              </a:rPr>
              <a:t>2099</a:t>
            </a:r>
          </a:p>
        </p:txBody>
      </p:sp>
      <p:sp>
        <p:nvSpPr>
          <p:cNvPr id="10" name="Текст 3"/>
          <p:cNvSpPr txBox="1"/>
          <p:nvPr/>
        </p:nvSpPr>
        <p:spPr>
          <a:xfrm>
            <a:off x="914400" y="7352332"/>
            <a:ext cx="9144000" cy="523875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4125"/>
              </a:lnSpc>
            </a:pPr>
            <a:r>
              <a:rPr b="0" sz="3300" spc="-16">
                <a:solidFill>
                  <a:srgbClr val="B1B1B0"/>
                </a:solidFill>
                <a:latin typeface="Gilroy Medium"/>
                <a:ea typeface="Gilroy Medium"/>
                <a:cs typeface="Gilroy Medium"/>
              </a:rPr>
              <a:t>Подпись под цифрой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 name="U1-urgent-air-pink">
    <p:spTree>
      <p:nvGrpSpPr>
        <p:cNvPr id="1" name=""/>
        <p:cNvGrpSpPr/>
        <p:nvPr/>
      </p:nvGrpSpPr>
      <p:grpSpPr/>
      <p:sp>
        <p:nvSpPr>
          <p:cNvPr id="2" name="Picture Placeholder 1"/>
          <p:cNvSpPr>
            <a:spLocks noGrp="1"/>
          </p:cNvSpPr>
          <p:nvPr>
            <p:ph type="pic" idx="10"/>
          </p:nvPr>
        </p:nvSpPr>
        <p:spPr/>
      </p:sp>
      <p:sp>
        <p:nvSpPr>
          <p:cNvPr id="3" name="Picture Placeholder 2"/>
          <p:cNvSpPr>
            <a:spLocks noGrp="1"/>
          </p:cNvSpPr>
          <p:nvPr>
            <p:ph type="pic" idx="11"/>
          </p:nvPr>
        </p:nvSpPr>
        <p:spPr/>
      </p:sp>
      <p:pic>
        <p:nvPicPr>
          <p:cNvPr id="4" name="Фон (картинка, без текста)" descr="U1-urgent-air-pink-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0287000"/>
          </a:xfrm>
          <a:prstGeom prst="rect">
            <a:avLst/>
          </a:prstGeom>
        </p:spPr>
      </p:pic>
      <p:pic>
        <p:nvPicPr>
          <p:cNvPr id="5" name="Логотип" descr="logo-full-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914400"/>
            <a:ext cx="1905000" cy="1162942"/>
          </a:xfrm>
          <a:prstGeom prst="rect">
            <a:avLst/>
          </a:prstGeom>
        </p:spPr>
      </p:pic>
      <p:sp>
        <p:nvSpPr>
          <p:cNvPr id="6" name="Текст 1"/>
          <p:cNvSpPr txBox="1"/>
          <p:nvPr/>
        </p:nvSpPr>
        <p:spPr>
          <a:xfrm>
            <a:off x="1314450" y="2633811"/>
            <a:ext cx="8743950" cy="3429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2700"/>
              </a:lnSpc>
            </a:pPr>
            <a:r>
              <a:rPr b="1" sz="2250" spc="495" cap="all">
                <a:solidFill>
                  <a:srgbClr val="EA4C74"/>
                </a:solidFill>
                <a:latin typeface="Gilroy"/>
                <a:ea typeface="Gilroy"/>
                <a:cs typeface="Gilroy"/>
              </a:rPr>
              <a:t>Срочные новости</a:t>
            </a:r>
          </a:p>
        </p:txBody>
      </p:sp>
      <p:sp>
        <p:nvSpPr>
          <p:cNvPr id="7" name="Текст 2"/>
          <p:cNvSpPr txBox="1"/>
          <p:nvPr/>
        </p:nvSpPr>
        <p:spPr>
          <a:xfrm>
            <a:off x="914400" y="3717962"/>
            <a:ext cx="9144000" cy="4005072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0512"/>
              </a:lnSpc>
            </a:pPr>
            <a:r>
              <a:rPr b="1" sz="10950" spc="-383">
                <a:solidFill>
                  <a:srgbClr val="FFFFFF"/>
                </a:solidFill>
                <a:latin typeface="Gilroy"/>
                <a:ea typeface="Gilroy"/>
                <a:cs typeface="Gilroy"/>
              </a:rPr>
              <a:t>Здесь будет</a:t>
            </a:r>
            <a:br/>
            <a:r>
              <a:rPr b="1" sz="10950" spc="-383">
                <a:solidFill>
                  <a:srgbClr val="FFFFFF"/>
                </a:solidFill>
                <a:latin typeface="Gilroy"/>
                <a:ea typeface="Gilroy"/>
                <a:cs typeface="Gilroy"/>
              </a:rPr>
              <a:t>заголовок</a:t>
            </a:r>
            <a:br/>
            <a:r>
              <a:rPr b="1" sz="10950" spc="-383">
                <a:solidFill>
                  <a:srgbClr val="FFFFFF"/>
                </a:solidFill>
                <a:latin typeface="Gilroy"/>
                <a:ea typeface="Gilroy"/>
                <a:cs typeface="Gilroy"/>
              </a:rPr>
              <a:t>новости</a:t>
            </a:r>
          </a:p>
        </p:txBody>
      </p:sp>
      <p:sp>
        <p:nvSpPr>
          <p:cNvPr id="8" name="Текст 3"/>
          <p:cNvSpPr txBox="1"/>
          <p:nvPr/>
        </p:nvSpPr>
        <p:spPr>
          <a:xfrm>
            <a:off x="914400" y="8131343"/>
            <a:ext cx="9144000" cy="54864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4320"/>
              </a:lnSpc>
            </a:pPr>
            <a:r>
              <a:rPr b="0" sz="3600">
                <a:solidFill>
                  <a:srgbClr val="BABAB9"/>
                </a:solidFill>
                <a:latin typeface="Gilroy Medium"/>
                <a:ea typeface="Gilroy Medium"/>
                <a:cs typeface="Gilroy Medium"/>
              </a:rPr>
              <a:t>здесь дата или срок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 name="U2-urgent-air-green">
    <p:spTree>
      <p:nvGrpSpPr>
        <p:cNvPr id="1" name=""/>
        <p:cNvGrpSpPr/>
        <p:nvPr/>
      </p:nvGrpSpPr>
      <p:grpSpPr/>
      <p:sp>
        <p:nvSpPr>
          <p:cNvPr id="2" name="Picture Placeholder 1"/>
          <p:cNvSpPr>
            <a:spLocks noGrp="1"/>
          </p:cNvSpPr>
          <p:nvPr>
            <p:ph type="pic" idx="10"/>
          </p:nvPr>
        </p:nvSpPr>
        <p:spPr/>
      </p:sp>
      <p:sp>
        <p:nvSpPr>
          <p:cNvPr id="3" name="Picture Placeholder 2"/>
          <p:cNvSpPr>
            <a:spLocks noGrp="1"/>
          </p:cNvSpPr>
          <p:nvPr>
            <p:ph type="pic" idx="11"/>
          </p:nvPr>
        </p:nvSpPr>
        <p:spPr/>
      </p:sp>
      <p:pic>
        <p:nvPicPr>
          <p:cNvPr id="4" name="Фон (картинка, без текста)" descr="U2-urgent-air-green-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0287000"/>
          </a:xfrm>
          <a:prstGeom prst="rect">
            <a:avLst/>
          </a:prstGeom>
        </p:spPr>
      </p:pic>
      <p:pic>
        <p:nvPicPr>
          <p:cNvPr id="5" name="Логотип" descr="logo-full-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914400"/>
            <a:ext cx="1905000" cy="1162942"/>
          </a:xfrm>
          <a:prstGeom prst="rect">
            <a:avLst/>
          </a:prstGeom>
        </p:spPr>
      </p:pic>
      <p:sp>
        <p:nvSpPr>
          <p:cNvPr id="6" name="Текст 1"/>
          <p:cNvSpPr txBox="1"/>
          <p:nvPr/>
        </p:nvSpPr>
        <p:spPr>
          <a:xfrm>
            <a:off x="1314450" y="2633811"/>
            <a:ext cx="8743950" cy="3429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2700"/>
              </a:lnSpc>
            </a:pPr>
            <a:r>
              <a:rPr b="1" sz="2250" spc="495" cap="all">
                <a:solidFill>
                  <a:srgbClr val="ABAD58"/>
                </a:solidFill>
                <a:latin typeface="Gilroy"/>
                <a:ea typeface="Gilroy"/>
                <a:cs typeface="Gilroy"/>
              </a:rPr>
              <a:t>Срочные новости</a:t>
            </a:r>
          </a:p>
        </p:txBody>
      </p:sp>
      <p:sp>
        <p:nvSpPr>
          <p:cNvPr id="7" name="Текст 2"/>
          <p:cNvSpPr txBox="1"/>
          <p:nvPr/>
        </p:nvSpPr>
        <p:spPr>
          <a:xfrm>
            <a:off x="914400" y="3717962"/>
            <a:ext cx="9144000" cy="4005072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0512"/>
              </a:lnSpc>
            </a:pPr>
            <a:r>
              <a:rPr b="1" sz="10950" spc="-383">
                <a:solidFill>
                  <a:srgbClr val="FFFFFF"/>
                </a:solidFill>
                <a:latin typeface="Gilroy"/>
                <a:ea typeface="Gilroy"/>
                <a:cs typeface="Gilroy"/>
              </a:rPr>
              <a:t>Здесь будет</a:t>
            </a:r>
            <a:br/>
            <a:r>
              <a:rPr b="1" sz="10950" spc="-383">
                <a:solidFill>
                  <a:srgbClr val="FFFFFF"/>
                </a:solidFill>
                <a:latin typeface="Gilroy"/>
                <a:ea typeface="Gilroy"/>
                <a:cs typeface="Gilroy"/>
              </a:rPr>
              <a:t>заголовок</a:t>
            </a:r>
            <a:br/>
            <a:r>
              <a:rPr b="1" sz="10950" spc="-383">
                <a:solidFill>
                  <a:srgbClr val="FFFFFF"/>
                </a:solidFill>
                <a:latin typeface="Gilroy"/>
                <a:ea typeface="Gilroy"/>
                <a:cs typeface="Gilroy"/>
              </a:rPr>
              <a:t>новости</a:t>
            </a:r>
          </a:p>
        </p:txBody>
      </p:sp>
      <p:sp>
        <p:nvSpPr>
          <p:cNvPr id="8" name="Текст 3"/>
          <p:cNvSpPr txBox="1"/>
          <p:nvPr/>
        </p:nvSpPr>
        <p:spPr>
          <a:xfrm>
            <a:off x="914400" y="8131343"/>
            <a:ext cx="9144000" cy="54864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4320"/>
              </a:lnSpc>
            </a:pPr>
            <a:r>
              <a:rPr b="0" sz="3600">
                <a:solidFill>
                  <a:srgbClr val="BABAB9"/>
                </a:solidFill>
                <a:latin typeface="Gilroy Medium"/>
                <a:ea typeface="Gilroy Medium"/>
                <a:cs typeface="Gilroy Medium"/>
              </a:rPr>
              <a:t>здесь дата или срок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 name="U3-urgent-date-graphite-chip">
    <p:spTree>
      <p:nvGrpSpPr>
        <p:cNvPr id="1" name=""/>
        <p:cNvGrpSpPr/>
        <p:nvPr/>
      </p:nvGrpSpPr>
      <p:grpSpPr/>
      <p:sp>
        <p:nvSpPr>
          <p:cNvPr id="2" name="Picture Placeholder 1"/>
          <p:cNvSpPr>
            <a:spLocks noGrp="1"/>
          </p:cNvSpPr>
          <p:nvPr>
            <p:ph type="pic" idx="10"/>
          </p:nvPr>
        </p:nvSpPr>
        <p:spPr/>
      </p:sp>
      <p:sp>
        <p:nvSpPr>
          <p:cNvPr id="3" name="Picture Placeholder 2"/>
          <p:cNvSpPr>
            <a:spLocks noGrp="1"/>
          </p:cNvSpPr>
          <p:nvPr>
            <p:ph type="pic" idx="11"/>
          </p:nvPr>
        </p:nvSpPr>
        <p:spPr/>
      </p:sp>
      <p:pic>
        <p:nvPicPr>
          <p:cNvPr id="4" name="Фон (картинка, без текста)" descr="U3-urgent-date-graphite-chip-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0287000"/>
          </a:xfrm>
          <a:prstGeom prst="rect">
            <a:avLst/>
          </a:prstGeom>
        </p:spPr>
      </p:pic>
      <p:pic>
        <p:nvPicPr>
          <p:cNvPr id="5" name="Логотип" descr="logo-ful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914400"/>
            <a:ext cx="1905000" cy="1162942"/>
          </a:xfrm>
          <a:prstGeom prst="rect">
            <a:avLst/>
          </a:prstGeom>
        </p:spPr>
      </p:pic>
      <p:sp>
        <p:nvSpPr>
          <p:cNvPr id="6" name="Текст 1"/>
          <p:cNvSpPr txBox="1"/>
          <p:nvPr/>
        </p:nvSpPr>
        <p:spPr>
          <a:xfrm>
            <a:off x="1543050" y="3022386"/>
            <a:ext cx="8515350" cy="38862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3060"/>
              </a:lnSpc>
            </a:pPr>
            <a:r>
              <a:rPr b="1" sz="2550" spc="408" cap="all">
                <a:solidFill>
                  <a:srgbClr val="FFFFFF"/>
                </a:solidFill>
                <a:latin typeface="Gilroy"/>
                <a:ea typeface="Gilroy"/>
                <a:cs typeface="Gilroy"/>
              </a:rPr>
              <a:t>Срочные новости</a:t>
            </a:r>
          </a:p>
        </p:txBody>
      </p:sp>
      <p:sp>
        <p:nvSpPr>
          <p:cNvPr id="7" name="Текст 2"/>
          <p:cNvSpPr txBox="1"/>
          <p:nvPr/>
        </p:nvSpPr>
        <p:spPr>
          <a:xfrm>
            <a:off x="914400" y="3993022"/>
            <a:ext cx="9144000" cy="168021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3230"/>
              </a:lnSpc>
            </a:pPr>
            <a:r>
              <a:rPr b="0" sz="14700" spc="-662">
                <a:solidFill>
                  <a:srgbClr val="D73A61"/>
                </a:solidFill>
                <a:latin typeface="Gilroy ExtraBold"/>
                <a:ea typeface="Gilroy ExtraBold"/>
                <a:cs typeface="Gilroy ExtraBold"/>
              </a:rPr>
              <a:t>12 мая</a:t>
            </a:r>
          </a:p>
        </p:txBody>
      </p:sp>
      <p:sp>
        <p:nvSpPr>
          <p:cNvPr id="8" name="Текст 3"/>
          <p:cNvSpPr txBox="1"/>
          <p:nvPr/>
        </p:nvSpPr>
        <p:spPr>
          <a:xfrm>
            <a:off x="914400" y="5790262"/>
            <a:ext cx="9144000" cy="822959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6480"/>
              </a:lnSpc>
            </a:pPr>
            <a:r>
              <a:rPr b="1" sz="5400" spc="-108">
                <a:solidFill>
                  <a:srgbClr val="1C1A17"/>
                </a:solidFill>
                <a:latin typeface="Gilroy"/>
                <a:ea typeface="Gilroy"/>
                <a:cs typeface="Gilroy"/>
              </a:rPr>
              <a:t>2027 года</a:t>
            </a:r>
          </a:p>
        </p:txBody>
      </p:sp>
      <p:sp>
        <p:nvSpPr>
          <p:cNvPr id="9" name="Текст 4"/>
          <p:cNvSpPr txBox="1"/>
          <p:nvPr/>
        </p:nvSpPr>
        <p:spPr>
          <a:xfrm>
            <a:off x="914400" y="7046609"/>
            <a:ext cx="9144000" cy="138303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5445"/>
              </a:lnSpc>
            </a:pPr>
            <a:r>
              <a:rPr b="0" sz="4950" spc="-99">
                <a:solidFill>
                  <a:srgbClr val="1C1A17"/>
                </a:solidFill>
                <a:latin typeface="Gilroy SemiBold"/>
                <a:ea typeface="Gilroy SemiBold"/>
                <a:cs typeface="Gilroy SemiBold"/>
              </a:rPr>
              <a:t>Здесь заголовок</a:t>
            </a:r>
            <a:br/>
            <a:r>
              <a:rPr b="0" sz="4950" spc="-99">
                <a:solidFill>
                  <a:srgbClr val="1C1A17"/>
                </a:solidFill>
                <a:latin typeface="Gilroy SemiBold"/>
                <a:ea typeface="Gilroy SemiBold"/>
                <a:cs typeface="Gilroy SemiBold"/>
              </a:rPr>
              <a:t>срочной новости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 name="U4-urgent-date-crimson-chip">
    <p:spTree>
      <p:nvGrpSpPr>
        <p:cNvPr id="1" name=""/>
        <p:cNvGrpSpPr/>
        <p:nvPr/>
      </p:nvGrpSpPr>
      <p:grpSpPr/>
      <p:sp>
        <p:nvSpPr>
          <p:cNvPr id="2" name="Picture Placeholder 1"/>
          <p:cNvSpPr>
            <a:spLocks noGrp="1"/>
          </p:cNvSpPr>
          <p:nvPr>
            <p:ph type="pic" idx="10"/>
          </p:nvPr>
        </p:nvSpPr>
        <p:spPr/>
      </p:sp>
      <p:sp>
        <p:nvSpPr>
          <p:cNvPr id="3" name="Picture Placeholder 2"/>
          <p:cNvSpPr>
            <a:spLocks noGrp="1"/>
          </p:cNvSpPr>
          <p:nvPr>
            <p:ph type="pic" idx="11"/>
          </p:nvPr>
        </p:nvSpPr>
        <p:spPr/>
      </p:sp>
      <p:pic>
        <p:nvPicPr>
          <p:cNvPr id="4" name="Фон (картинка, без текста)" descr="U4-urgent-date-crimson-chip-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0287000"/>
          </a:xfrm>
          <a:prstGeom prst="rect">
            <a:avLst/>
          </a:prstGeom>
        </p:spPr>
      </p:pic>
      <p:pic>
        <p:nvPicPr>
          <p:cNvPr id="5" name="Логотип" descr="logo-ful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914400"/>
            <a:ext cx="1905000" cy="1162942"/>
          </a:xfrm>
          <a:prstGeom prst="rect">
            <a:avLst/>
          </a:prstGeom>
        </p:spPr>
      </p:pic>
      <p:sp>
        <p:nvSpPr>
          <p:cNvPr id="6" name="Текст 1"/>
          <p:cNvSpPr txBox="1"/>
          <p:nvPr/>
        </p:nvSpPr>
        <p:spPr>
          <a:xfrm>
            <a:off x="1543050" y="3022386"/>
            <a:ext cx="8515350" cy="38862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3060"/>
              </a:lnSpc>
            </a:pPr>
            <a:r>
              <a:rPr b="1" sz="2550" spc="408" cap="all">
                <a:solidFill>
                  <a:srgbClr val="FFFFFF"/>
                </a:solidFill>
                <a:latin typeface="Gilroy"/>
                <a:ea typeface="Gilroy"/>
                <a:cs typeface="Gilroy"/>
              </a:rPr>
              <a:t>Срочные новости</a:t>
            </a:r>
          </a:p>
        </p:txBody>
      </p:sp>
      <p:sp>
        <p:nvSpPr>
          <p:cNvPr id="7" name="Текст 2"/>
          <p:cNvSpPr txBox="1"/>
          <p:nvPr/>
        </p:nvSpPr>
        <p:spPr>
          <a:xfrm>
            <a:off x="914400" y="3993022"/>
            <a:ext cx="9144000" cy="168021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3230"/>
              </a:lnSpc>
            </a:pPr>
            <a:r>
              <a:rPr b="0" sz="14700" spc="-662">
                <a:solidFill>
                  <a:srgbClr val="D73A61"/>
                </a:solidFill>
                <a:latin typeface="Gilroy ExtraBold"/>
                <a:ea typeface="Gilroy ExtraBold"/>
                <a:cs typeface="Gilroy ExtraBold"/>
              </a:rPr>
              <a:t>12 мая</a:t>
            </a:r>
          </a:p>
        </p:txBody>
      </p:sp>
      <p:sp>
        <p:nvSpPr>
          <p:cNvPr id="8" name="Текст 3"/>
          <p:cNvSpPr txBox="1"/>
          <p:nvPr/>
        </p:nvSpPr>
        <p:spPr>
          <a:xfrm>
            <a:off x="914400" y="5790262"/>
            <a:ext cx="9144000" cy="822959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6480"/>
              </a:lnSpc>
            </a:pPr>
            <a:r>
              <a:rPr b="1" sz="5400" spc="-108">
                <a:solidFill>
                  <a:srgbClr val="1C1A17"/>
                </a:solidFill>
                <a:latin typeface="Gilroy"/>
                <a:ea typeface="Gilroy"/>
                <a:cs typeface="Gilroy"/>
              </a:rPr>
              <a:t>2027 года</a:t>
            </a:r>
          </a:p>
        </p:txBody>
      </p:sp>
      <p:sp>
        <p:nvSpPr>
          <p:cNvPr id="9" name="Текст 4"/>
          <p:cNvSpPr txBox="1"/>
          <p:nvPr/>
        </p:nvSpPr>
        <p:spPr>
          <a:xfrm>
            <a:off x="914400" y="7046609"/>
            <a:ext cx="9144000" cy="138303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5445"/>
              </a:lnSpc>
            </a:pPr>
            <a:r>
              <a:rPr b="0" sz="4950" spc="-99">
                <a:solidFill>
                  <a:srgbClr val="1C1A17"/>
                </a:solidFill>
                <a:latin typeface="Gilroy SemiBold"/>
                <a:ea typeface="Gilroy SemiBold"/>
                <a:cs typeface="Gilroy SemiBold"/>
              </a:rPr>
              <a:t>Здесь заголовок</a:t>
            </a:r>
            <a:br/>
            <a:r>
              <a:rPr b="0" sz="4950" spc="-99">
                <a:solidFill>
                  <a:srgbClr val="1C1A17"/>
                </a:solidFill>
                <a:latin typeface="Gilroy SemiBold"/>
                <a:ea typeface="Gilroy SemiBold"/>
                <a:cs typeface="Gilroy SemiBold"/>
              </a:rPr>
              <a:t>срочной новости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 name="U5-urgent-newspaper">
    <p:spTree>
      <p:nvGrpSpPr>
        <p:cNvPr id="1" name=""/>
        <p:cNvGrpSpPr/>
        <p:nvPr/>
      </p:nvGrpSpPr>
      <p:grpSpPr/>
      <p:sp>
        <p:nvSpPr>
          <p:cNvPr id="2" name="Picture Placeholder 1"/>
          <p:cNvSpPr>
            <a:spLocks noGrp="1"/>
          </p:cNvSpPr>
          <p:nvPr>
            <p:ph type="pic" idx="10"/>
          </p:nvPr>
        </p:nvSpPr>
        <p:spPr/>
      </p:sp>
      <p:sp>
        <p:nvSpPr>
          <p:cNvPr id="3" name="Picture Placeholder 2"/>
          <p:cNvSpPr>
            <a:spLocks noGrp="1"/>
          </p:cNvSpPr>
          <p:nvPr>
            <p:ph type="pic" idx="11"/>
          </p:nvPr>
        </p:nvSpPr>
        <p:spPr/>
      </p:sp>
      <p:pic>
        <p:nvPicPr>
          <p:cNvPr id="4" name="Фон (картинка, без текста)" descr="U5-urgent-newspaper-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0287000"/>
          </a:xfrm>
          <a:prstGeom prst="rect">
            <a:avLst/>
          </a:prstGeom>
        </p:spPr>
      </p:pic>
      <p:pic>
        <p:nvPicPr>
          <p:cNvPr id="5" name="Логотип" descr="logo-ful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914400"/>
            <a:ext cx="1905000" cy="1162942"/>
          </a:xfrm>
          <a:prstGeom prst="rect">
            <a:avLst/>
          </a:prstGeom>
        </p:spPr>
      </p:pic>
      <p:sp>
        <p:nvSpPr>
          <p:cNvPr id="6" name="Текст 1"/>
          <p:cNvSpPr txBox="1"/>
          <p:nvPr/>
        </p:nvSpPr>
        <p:spPr>
          <a:xfrm>
            <a:off x="1276350" y="2819400"/>
            <a:ext cx="8782050" cy="3429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2700"/>
              </a:lnSpc>
            </a:pPr>
            <a:r>
              <a:rPr b="1" sz="2250" spc="495" cap="all">
                <a:solidFill>
                  <a:srgbClr val="1C1A17"/>
                </a:solidFill>
                <a:latin typeface="Gilroy"/>
                <a:ea typeface="Gilroy"/>
                <a:cs typeface="Gilroy"/>
              </a:rPr>
              <a:t>Срочные новости</a:t>
            </a:r>
          </a:p>
        </p:txBody>
      </p:sp>
      <p:sp>
        <p:nvSpPr>
          <p:cNvPr id="7" name="Текст 2"/>
          <p:cNvSpPr txBox="1"/>
          <p:nvPr/>
        </p:nvSpPr>
        <p:spPr>
          <a:xfrm>
            <a:off x="914400" y="4000058"/>
            <a:ext cx="9144000" cy="3696462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9702"/>
              </a:lnSpc>
            </a:pPr>
            <a:r>
              <a:rPr b="0" sz="9900" spc="-346">
                <a:solidFill>
                  <a:srgbClr val="1C1A17"/>
                </a:solidFill>
                <a:latin typeface="Gilroy ExtraBold"/>
                <a:ea typeface="Gilroy ExtraBold"/>
                <a:cs typeface="Gilroy ExtraBold"/>
              </a:rPr>
              <a:t>Здесь будет</a:t>
            </a:r>
            <a:br/>
            <a:r>
              <a:rPr b="0" sz="9900" spc="-346">
                <a:solidFill>
                  <a:srgbClr val="1C1A17"/>
                </a:solidFill>
                <a:latin typeface="Gilroy ExtraBold"/>
                <a:ea typeface="Gilroy ExtraBold"/>
                <a:cs typeface="Gilroy ExtraBold"/>
              </a:rPr>
              <a:t>заголовок</a:t>
            </a:r>
            <a:br/>
            <a:r>
              <a:rPr b="0" sz="9900" spc="-346">
                <a:solidFill>
                  <a:srgbClr val="1C1A17"/>
                </a:solidFill>
                <a:latin typeface="Gilroy ExtraBold"/>
                <a:ea typeface="Gilroy ExtraBold"/>
                <a:cs typeface="Gilroy ExtraBold"/>
              </a:rPr>
              <a:t>новости</a:t>
            </a:r>
          </a:p>
        </p:txBody>
      </p:sp>
      <p:sp>
        <p:nvSpPr>
          <p:cNvPr id="8" name="Текст 3"/>
          <p:cNvSpPr txBox="1"/>
          <p:nvPr/>
        </p:nvSpPr>
        <p:spPr>
          <a:xfrm>
            <a:off x="914400" y="8843962"/>
            <a:ext cx="9144000" cy="523875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4125"/>
              </a:lnSpc>
            </a:pPr>
            <a:r>
              <a:rPr b="0" sz="3300" spc="-16">
                <a:solidFill>
                  <a:srgbClr val="6A6965"/>
                </a:solidFill>
                <a:latin typeface="Gilroy Medium"/>
                <a:ea typeface="Gilroy Medium"/>
                <a:cs typeface="Gilroy Medium"/>
              </a:rPr>
              <a:t>здесь дата или срок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 name="U6-urgent-ticker-quiet">
    <p:spTree>
      <p:nvGrpSpPr>
        <p:cNvPr id="1" name=""/>
        <p:cNvGrpSpPr/>
        <p:nvPr/>
      </p:nvGrpSpPr>
      <p:grpSpPr/>
      <p:sp>
        <p:nvSpPr>
          <p:cNvPr id="2" name="Picture Placeholder 1"/>
          <p:cNvSpPr>
            <a:spLocks noGrp="1"/>
          </p:cNvSpPr>
          <p:nvPr>
            <p:ph type="pic" idx="10"/>
          </p:nvPr>
        </p:nvSpPr>
        <p:spPr/>
      </p:sp>
      <p:sp>
        <p:nvSpPr>
          <p:cNvPr id="3" name="Picture Placeholder 2"/>
          <p:cNvSpPr>
            <a:spLocks noGrp="1"/>
          </p:cNvSpPr>
          <p:nvPr>
            <p:ph type="pic" idx="11"/>
          </p:nvPr>
        </p:nvSpPr>
        <p:spPr/>
      </p:sp>
      <p:pic>
        <p:nvPicPr>
          <p:cNvPr id="4" name="Фон (картинка, без текста)" descr="U6-urgent-ticker-quiet-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0287000"/>
          </a:xfrm>
          <a:prstGeom prst="rect">
            <a:avLst/>
          </a:prstGeom>
        </p:spPr>
      </p:pic>
      <p:pic>
        <p:nvPicPr>
          <p:cNvPr id="5" name="Логотип" descr="logo-full-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2195363"/>
            <a:ext cx="1905000" cy="1162942"/>
          </a:xfrm>
          <a:prstGeom prst="rect">
            <a:avLst/>
          </a:prstGeom>
        </p:spPr>
      </p:pic>
      <p:sp>
        <p:nvSpPr>
          <p:cNvPr id="6" name="Текст 1"/>
          <p:cNvSpPr txBox="1"/>
          <p:nvPr/>
        </p:nvSpPr>
        <p:spPr>
          <a:xfrm>
            <a:off x="914400" y="3833032"/>
            <a:ext cx="9144000" cy="3380994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8874"/>
              </a:lnSpc>
            </a:pPr>
            <a:r>
              <a:rPr b="1" sz="8700" spc="-261">
                <a:solidFill>
                  <a:srgbClr val="FFFFFF"/>
                </a:solidFill>
                <a:latin typeface="Gilroy"/>
                <a:ea typeface="Gilroy"/>
                <a:cs typeface="Gilroy"/>
              </a:rPr>
              <a:t>Здесь будет</a:t>
            </a:r>
            <a:br/>
            <a:r>
              <a:rPr b="1" sz="8700" spc="-261">
                <a:solidFill>
                  <a:srgbClr val="FFFFFF"/>
                </a:solidFill>
                <a:latin typeface="Gilroy"/>
                <a:ea typeface="Gilroy"/>
                <a:cs typeface="Gilroy"/>
              </a:rPr>
              <a:t>заголовок</a:t>
            </a:r>
            <a:br/>
            <a:r>
              <a:rPr b="1" sz="8700" spc="-261">
                <a:solidFill>
                  <a:srgbClr val="FFFFFF"/>
                </a:solidFill>
                <a:latin typeface="Gilroy"/>
                <a:ea typeface="Gilroy"/>
                <a:cs typeface="Gilroy"/>
              </a:rPr>
              <a:t>новости</a:t>
            </a:r>
          </a:p>
        </p:txBody>
      </p:sp>
      <p:sp>
        <p:nvSpPr>
          <p:cNvPr id="7" name="Текст 2"/>
          <p:cNvSpPr txBox="1"/>
          <p:nvPr/>
        </p:nvSpPr>
        <p:spPr>
          <a:xfrm>
            <a:off x="914400" y="7541091"/>
            <a:ext cx="9144000" cy="54864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4320"/>
              </a:lnSpc>
            </a:pPr>
            <a:r>
              <a:rPr b="0" sz="3600">
                <a:solidFill>
                  <a:srgbClr val="BABAB9"/>
                </a:solidFill>
                <a:latin typeface="Gilroy Medium"/>
                <a:ea typeface="Gilroy Medium"/>
                <a:cs typeface="Gilroy Medium"/>
              </a:rPr>
              <a:t>здесь дата или срок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