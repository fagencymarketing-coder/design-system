
<file path=[Content_Types].xml><?xml version="1.0" encoding="utf-8"?>
<Types xmlns="http://schemas.openxmlformats.org/package/2006/content-types">
  <Default Extension="fntdata" ContentType="application/x-fontdata"/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0287000" cy="10287000" type="screen4x3"/>
  <p:notesSz cx="6858000" cy="9144000"/>
  <p:embeddedFontLst>
    <p:embeddedFont>
      <p:font typeface="Gilroy Light"/>
      <p:regular r:id="rIdFont1"/>
    </p:embeddedFont>
    <p:embeddedFont>
      <p:font typeface="Gilroy"/>
      <p:regular r:id="rIdFont2"/>
      <p:bold r:id="rIdFont3"/>
    </p:embeddedFont>
    <p:embeddedFont>
      <p:font typeface="Gilroy Medium"/>
      <p:regular r:id="rIdFont4"/>
    </p:embeddedFont>
    <p:embeddedFont>
      <p:font typeface="Gilroy SemiBold"/>
      <p:regular r:id="rIdFont5"/>
    </p:embeddedFont>
    <p:embeddedFont>
      <p:font typeface="Gilroy ExtraBold"/>
      <p:regular r:id="rIdFont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Relationship Id="rIdFont5" Type="http://schemas.openxmlformats.org/officeDocument/2006/relationships/font" Target="fonts/font5.fntdata"/><Relationship Id="rIdFont6" Type="http://schemas.openxmlformats.org/officeDocument/2006/relationships/font" Target="fonts/font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Шаблон. Текст-«рыба» заменяется своим. Фото и иконки: выделить, правая кнопка → Изменить рисунок. Шрифт Gilroy встроен в файл.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0" name="Фото"/>
          <p:cNvSpPr>
            <a:spLocks noGrp="1"/>
          </p:cNvSpPr>
          <p:nvPr>
            <p:ph type="pic" idx="10"/>
          </p:nvPr>
        </p:nvSpPr>
        <p:spPr>
          <a:xfrm>
            <a:off x="0" y="0"/>
            <a:ext cx="2857500" cy="2857500"/>
          </a:xfrm>
        </p:spPr>
        <p:txBody>
          <a:bodyPr/>
          <a:lstStyle/>
          <a:p>
            <a:r>
              <a:rPr lang="ru-RU"/>
              <a:t>Щёлкните значок, чтобы добавить фото</a:t>
            </a:r>
          </a:p>
        </p:txBody>
      </p:sp>
      <p:sp>
        <p:nvSpPr>
          <p:cNvPr id="41" name="Иконка"/>
          <p:cNvSpPr>
            <a:spLocks noGrp="1"/>
          </p:cNvSpPr>
          <p:nvPr>
            <p:ph type="pic" idx="11"/>
          </p:nvPr>
        </p:nvSpPr>
        <p:spPr>
          <a:xfrm>
            <a:off x="0" y="0"/>
            <a:ext cx="2857500" cy="2857500"/>
          </a:xfrm>
        </p:spPr>
        <p:txBody>
          <a:bodyPr/>
          <a:lstStyle/>
          <a:p>
            <a:r>
              <a:rPr lang="ru-RU"/>
              <a:t>Щёлкните значок, чтобы добавить иконку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2.jp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4.jpg"/><Relationship Id="rId4" Type="http://schemas.openxmlformats.org/officeDocument/2006/relationships/image" Target="../media/image15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1-photo-questio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1-photo-questio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2685288"/>
            <a:ext cx="9144000" cy="206044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112"/>
              </a:lnSpc>
            </a:pPr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Здесь будет</a:t>
            </a:r>
            <a:br/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яркий заголовок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914400" y="5025318"/>
            <a:ext cx="9144000" cy="105613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158"/>
              </a:lnSpc>
            </a:pPr>
            <a:r>
              <a:rPr b="0" sz="3300" spc="-1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а тут вопрос или</a:t>
            </a:r>
            <a:br/>
            <a:r>
              <a:rPr b="0" sz="3300" spc="-1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пояснение в две строки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13-photo-hero-questio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13-photo-hero-questio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2678430"/>
            <a:ext cx="9144000" cy="11734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620"/>
              </a:lnSpc>
            </a:pPr>
            <a:r>
              <a:rPr b="0" sz="4200" spc="-8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Контекст в две строки,</a:t>
            </a:r>
            <a:br/>
            <a:r>
              <a:rPr b="0" sz="4200" spc="-8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коротко и ясно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914400" y="4117595"/>
            <a:ext cx="9144000" cy="124872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32"/>
              </a:lnSpc>
            </a:pPr>
            <a:r>
              <a:rPr b="0" sz="10350" spc="-362">
                <a:solidFill>
                  <a:srgbClr val="EA4C74"/>
                </a:solidFill>
                <a:latin typeface="Gilroy ExtraBold"/>
                <a:ea typeface="Gilroy ExtraBold"/>
                <a:cs typeface="Gilroy ExtraBold"/>
              </a:rPr>
              <a:t>Тут вопрос?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2-news-graphite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2-news-grap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3155305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3477250"/>
            <a:ext cx="9144000" cy="2514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979"/>
              </a:lnSpc>
            </a:pPr>
            <a:r>
              <a:rPr b="0" sz="1650" spc="231" cap="all">
                <a:solidFill>
                  <a:srgbClr val="D2BE8C"/>
                </a:solidFill>
                <a:latin typeface="Gilroy Medium"/>
                <a:ea typeface="Gilroy Medium"/>
                <a:cs typeface="Gilroy Medium"/>
              </a:rPr>
              <a:t>Рубрика или тема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914400" y="4002268"/>
            <a:ext cx="9144000" cy="309067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112"/>
              </a:lnSpc>
            </a:pPr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Здесь будет</a:t>
            </a:r>
            <a:br/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ваш заголовок</a:t>
            </a:r>
            <a:br/>
            <a:r>
              <a:rPr b="0" sz="7800" spc="-156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на три строки</a:t>
            </a:r>
          </a:p>
        </p:txBody>
      </p:sp>
      <p:sp>
        <p:nvSpPr>
          <p:cNvPr id="9" name="Текст 3"/>
          <p:cNvSpPr txBox="1"/>
          <p:nvPr/>
        </p:nvSpPr>
        <p:spPr>
          <a:xfrm>
            <a:off x="914400" y="7537459"/>
            <a:ext cx="9144000" cy="6172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859"/>
              </a:lnSpc>
            </a:pPr>
            <a:r>
              <a:rPr b="0" sz="4050" spc="-20">
                <a:solidFill>
                  <a:srgbClr val="BABAB9"/>
                </a:solidFill>
                <a:latin typeface="Gilroy Medium"/>
                <a:ea typeface="Gilroy Medium"/>
                <a:cs typeface="Gilroy Medium"/>
              </a:rPr>
              <a:t>с </a:t>
            </a:r>
            <a:r>
              <a:rPr b="0" sz="4050" spc="-20">
                <a:solidFill>
                  <a:srgbClr val="EA4C74"/>
                </a:solidFill>
                <a:latin typeface="Gilroy SemiBold"/>
                <a:ea typeface="Gilroy SemiBold"/>
                <a:cs typeface="Gilroy SemiBold"/>
              </a:rPr>
              <a:t>дата или срок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14-graphite-hero-questio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14-graphite-hero-questio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4142035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4458265"/>
            <a:ext cx="9144000" cy="117348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620"/>
              </a:lnSpc>
            </a:pPr>
            <a:r>
              <a:rPr b="0" sz="4200" spc="-8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Контекст в две строки,</a:t>
            </a:r>
            <a:br/>
            <a:r>
              <a:rPr b="0" sz="4200" spc="-8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коротко и ясно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914400" y="5935531"/>
            <a:ext cx="9144000" cy="1248727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832"/>
              </a:lnSpc>
            </a:pPr>
            <a:r>
              <a:rPr b="0" sz="10350" spc="-362">
                <a:solidFill>
                  <a:srgbClr val="EA4C74"/>
                </a:solidFill>
                <a:latin typeface="Gilroy ExtraBold"/>
                <a:ea typeface="Gilroy ExtraBold"/>
                <a:cs typeface="Gilroy ExtraBold"/>
              </a:rPr>
              <a:t>Тут вопрос?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3-news-gree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3-news-gree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Малиновая черта"/>
          <p:cNvSpPr/>
          <p:nvPr/>
        </p:nvSpPr>
        <p:spPr>
          <a:xfrm>
            <a:off x="914400" y="2702867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Текст 1"/>
          <p:cNvSpPr txBox="1"/>
          <p:nvPr/>
        </p:nvSpPr>
        <p:spPr>
          <a:xfrm>
            <a:off x="914400" y="3024812"/>
            <a:ext cx="9144000" cy="2514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979"/>
              </a:lnSpc>
            </a:pPr>
            <a:r>
              <a:rPr b="0" sz="1650" spc="231" cap="all">
                <a:solidFill>
                  <a:srgbClr val="E0E1C9"/>
                </a:solidFill>
                <a:latin typeface="Gilroy Medium"/>
                <a:ea typeface="Gilroy Medium"/>
                <a:cs typeface="Gilroy Medium"/>
              </a:rPr>
              <a:t>Рубрика или тема</a:t>
            </a:r>
          </a:p>
        </p:txBody>
      </p:sp>
      <p:sp>
        <p:nvSpPr>
          <p:cNvPr id="8" name="Текст 2"/>
          <p:cNvSpPr txBox="1"/>
          <p:nvPr/>
        </p:nvSpPr>
        <p:spPr>
          <a:xfrm>
            <a:off x="857250" y="3563180"/>
            <a:ext cx="9201150" cy="400507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12"/>
              </a:lnSpc>
            </a:pPr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Здесь будет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ваш крупный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заголовок</a:t>
            </a:r>
          </a:p>
        </p:txBody>
      </p:sp>
      <p:sp>
        <p:nvSpPr>
          <p:cNvPr id="9" name="Текст 3"/>
          <p:cNvSpPr txBox="1"/>
          <p:nvPr/>
        </p:nvSpPr>
        <p:spPr>
          <a:xfrm>
            <a:off x="914400" y="7985134"/>
            <a:ext cx="9144000" cy="6172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859"/>
              </a:lnSpc>
            </a:pPr>
            <a:r>
              <a:rPr b="0" sz="4050">
                <a:solidFill>
                  <a:srgbClr val="E4E4D2"/>
                </a:solidFill>
                <a:latin typeface="Gilroy Medium"/>
                <a:ea typeface="Gilroy Medium"/>
                <a:cs typeface="Gilroy Medium"/>
              </a:rPr>
              <a:t>с</a:t>
            </a:r>
          </a:p>
        </p:txBody>
      </p:sp>
      <p:sp>
        <p:nvSpPr>
          <p:cNvPr id="10" name="Текст 4"/>
          <p:cNvSpPr txBox="1"/>
          <p:nvPr/>
        </p:nvSpPr>
        <p:spPr>
          <a:xfrm>
            <a:off x="1348233" y="7980372"/>
            <a:ext cx="8710166" cy="6172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859"/>
              </a:lnSpc>
            </a:pPr>
            <a:r>
              <a:rPr b="1" sz="4050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дата или срок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5-list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5-list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Иконка (водяной знак) (заменить: Изменить рисунок)" descr="V05-list-icon.png"/>
          <p:cNvPicPr>
            <a:picLocks noChangeAspect="1"/>
          </p:cNvPicPr>
          <p:nvPr>
            <p:ph type="pic" idx="11"/>
          </p:nvPr>
        </p:nvPicPr>
        <p:blipFill>
          <a:blip r:embed="rId3"/>
          <a:stretch>
            <a:fillRect/>
          </a:stretch>
        </p:blipFill>
        <p:spPr>
          <a:xfrm>
            <a:off x="6000750" y="6000750"/>
            <a:ext cx="4953000" cy="4953000"/>
          </a:xfrm>
          <a:prstGeom prst="rect">
            <a:avLst/>
          </a:prstGeom>
        </p:spPr>
      </p:pic>
      <p:pic>
        <p:nvPicPr>
          <p:cNvPr id="6" name="Логотип" descr="logo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2685288"/>
            <a:ext cx="9144000" cy="206044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112"/>
              </a:lnSpc>
            </a:pPr>
            <a:r>
              <a:rPr b="0" sz="7800" spc="-156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Название услуги</a:t>
            </a:r>
            <a:br/>
            <a:r>
              <a:rPr b="0" sz="7800" spc="-156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в две строки</a:t>
            </a:r>
          </a:p>
        </p:txBody>
      </p:sp>
      <p:sp>
        <p:nvSpPr>
          <p:cNvPr id="9" name="Текст 2"/>
          <p:cNvSpPr txBox="1"/>
          <p:nvPr/>
        </p:nvSpPr>
        <p:spPr>
          <a:xfrm>
            <a:off x="1447800" y="5212199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Первый пункт: коротко и по делу</a:t>
            </a:r>
          </a:p>
        </p:txBody>
      </p:sp>
      <p:sp>
        <p:nvSpPr>
          <p:cNvPr id="10" name="Текст 3"/>
          <p:cNvSpPr txBox="1"/>
          <p:nvPr/>
        </p:nvSpPr>
        <p:spPr>
          <a:xfrm>
            <a:off x="1447800" y="5890260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Второй пункт чуть длиннее, но в одну строку</a:t>
            </a:r>
          </a:p>
        </p:txBody>
      </p:sp>
      <p:sp>
        <p:nvSpPr>
          <p:cNvPr id="11" name="Текст 4"/>
          <p:cNvSpPr txBox="1"/>
          <p:nvPr/>
        </p:nvSpPr>
        <p:spPr>
          <a:xfrm>
            <a:off x="1447800" y="6568320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Третий пункт</a:t>
            </a:r>
          </a:p>
        </p:txBody>
      </p:sp>
      <p:sp>
        <p:nvSpPr>
          <p:cNvPr id="12" name="Текст 5"/>
          <p:cNvSpPr txBox="1"/>
          <p:nvPr/>
        </p:nvSpPr>
        <p:spPr>
          <a:xfrm>
            <a:off x="1447800" y="7246381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Четвёртый пункт без воды</a:t>
            </a:r>
          </a:p>
        </p:txBody>
      </p:sp>
      <p:sp>
        <p:nvSpPr>
          <p:cNvPr id="13" name="Текст 6"/>
          <p:cNvSpPr txBox="1"/>
          <p:nvPr/>
        </p:nvSpPr>
        <p:spPr>
          <a:xfrm>
            <a:off x="1447800" y="7924442"/>
            <a:ext cx="8610600" cy="42100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15"/>
              </a:lnSpc>
            </a:pPr>
            <a:r>
              <a:rPr b="0" sz="2550">
                <a:solidFill>
                  <a:srgbClr val="1C1A17"/>
                </a:solidFill>
                <a:latin typeface="Gilroy"/>
                <a:ea typeface="Gilroy"/>
                <a:cs typeface="Gilroy"/>
              </a:rPr>
              <a:t>Пятый, последний пункт</a:t>
            </a:r>
          </a:p>
        </p:txBody>
      </p:sp>
      <p:sp>
        <p:nvSpPr>
          <p:cNvPr id="14" name="Маркер списка"/>
          <p:cNvSpPr txBox="1"/>
          <p:nvPr/>
        </p:nvSpPr>
        <p:spPr>
          <a:xfrm>
            <a:off x="914400" y="5184576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  <p:sp>
        <p:nvSpPr>
          <p:cNvPr id="15" name="Маркер списка"/>
          <p:cNvSpPr txBox="1"/>
          <p:nvPr/>
        </p:nvSpPr>
        <p:spPr>
          <a:xfrm>
            <a:off x="914400" y="5862637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  <p:sp>
        <p:nvSpPr>
          <p:cNvPr id="16" name="Маркер списка"/>
          <p:cNvSpPr txBox="1"/>
          <p:nvPr/>
        </p:nvSpPr>
        <p:spPr>
          <a:xfrm>
            <a:off x="914400" y="6540698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  <p:sp>
        <p:nvSpPr>
          <p:cNvPr id="17" name="Маркер списка"/>
          <p:cNvSpPr txBox="1"/>
          <p:nvPr/>
        </p:nvSpPr>
        <p:spPr>
          <a:xfrm>
            <a:off x="914400" y="7218759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  <p:sp>
        <p:nvSpPr>
          <p:cNvPr id="18" name="Маркер списка"/>
          <p:cNvSpPr txBox="1"/>
          <p:nvPr/>
        </p:nvSpPr>
        <p:spPr>
          <a:xfrm>
            <a:off x="914400" y="7896820"/>
            <a:ext cx="9144000" cy="4191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300"/>
              </a:lnSpc>
            </a:pPr>
            <a:r>
              <a:rPr b="1" sz="3300">
                <a:solidFill>
                  <a:srgbClr val="D73A61"/>
                </a:solidFill>
                <a:latin typeface="Gilroy"/>
                <a:ea typeface="Gilroy"/>
                <a:cs typeface="Gilroy"/>
              </a:rPr>
              <a:t>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6-team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то (заменить: Изменить рисунок)" descr="studio-0484.jpg"/>
          <p:cNvPicPr>
            <a:picLocks noChangeAspect="1"/>
          </p:cNvPicPr>
          <p:nvPr>
            <p:ph type="pic" idx="10"/>
          </p:nvPr>
        </p:nvPicPr>
        <p:blipFill>
          <a:blip r:embed="rId2"/>
          <a:srcRect/>
          <a:stretch>
            <a:fillRect/>
          </a:stretch>
        </p:blipFill>
        <p:spPr>
          <a:xfrm>
            <a:off x="0" y="2571750"/>
            <a:ext cx="10287000" cy="7715250"/>
          </a:xfrm>
          <a:prstGeom prst="rect">
            <a:avLst/>
          </a:prstGeom>
        </p:spPr>
      </p:pic>
      <p:pic>
        <p:nvPicPr>
          <p:cNvPr id="5" name="Фон (картинка, без текста)" descr="V06-team-bg-fa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6" name="Логотип" descr="logo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2685288"/>
            <a:ext cx="9144000" cy="206044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112"/>
              </a:lnSpc>
            </a:pPr>
            <a:r>
              <a:rPr b="0" sz="7800" spc="-156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Как мы </a:t>
            </a:r>
            <a:r>
              <a:rPr b="0" sz="7800" spc="-156">
                <a:solidFill>
                  <a:srgbClr val="D73A61"/>
                </a:solidFill>
                <a:latin typeface="Gilroy SemiBold"/>
                <a:ea typeface="Gilroy SemiBold"/>
                <a:cs typeface="Gilroy SemiBold"/>
              </a:rPr>
              <a:t>делаем</a:t>
            </a:r>
            <a:br/>
            <a:r>
              <a:rPr b="0" sz="7800" spc="-156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что-то важное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8-fragment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5-list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Фото (фрагмент) (заменить: Изменить рисунок)" descr="flatlay-band.jpg"/>
          <p:cNvPicPr>
            <a:picLocks noChangeAspect="1"/>
          </p:cNvPicPr>
          <p:nvPr>
            <p:ph type="pic" idx="10"/>
          </p:nvPr>
        </p:nvPicPr>
        <p:blipFill>
          <a:blip r:embed="rId3"/>
          <a:srcRect t="1136" b="1136"/>
          <a:stretch>
            <a:fillRect/>
          </a:stretch>
        </p:blipFill>
        <p:spPr>
          <a:xfrm>
            <a:off x="0" y="6191250"/>
            <a:ext cx="10287000" cy="4095750"/>
          </a:xfrm>
          <a:prstGeom prst="rect">
            <a:avLst/>
          </a:prstGeom>
        </p:spPr>
      </p:pic>
      <p:pic>
        <p:nvPicPr>
          <p:cNvPr id="6" name="Логотип" descr="logo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2676906"/>
            <a:ext cx="9144000" cy="1941576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7644"/>
              </a:lnSpc>
            </a:pPr>
            <a:r>
              <a:rPr b="0" sz="7350" spc="-147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Заголовок про</a:t>
            </a:r>
            <a:br/>
            <a:r>
              <a:rPr b="0" sz="7350" spc="-147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нас с </a:t>
            </a:r>
            <a:r>
              <a:rPr b="0" sz="7350" spc="-147">
                <a:solidFill>
                  <a:srgbClr val="D73A61"/>
                </a:solidFill>
                <a:latin typeface="Gilroy SemiBold"/>
                <a:ea typeface="Gilroy SemiBold"/>
                <a:cs typeface="Gilroy SemiBold"/>
              </a:rPr>
              <a:t>акцентом</a:t>
            </a:r>
          </a:p>
        </p:txBody>
      </p:sp>
      <p:sp>
        <p:nvSpPr>
          <p:cNvPr id="9" name="Текст 2"/>
          <p:cNvSpPr txBox="1"/>
          <p:nvPr/>
        </p:nvSpPr>
        <p:spPr>
          <a:xfrm>
            <a:off x="914400" y="4872632"/>
            <a:ext cx="9144000" cy="100012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937"/>
              </a:lnSpc>
            </a:pPr>
            <a:r>
              <a:rPr b="0" sz="3150" spc="-16">
                <a:solidFill>
                  <a:srgbClr val="6A6965"/>
                </a:solidFill>
                <a:latin typeface="Gilroy Medium"/>
                <a:ea typeface="Gilroy Medium"/>
                <a:cs typeface="Gilroy Medium"/>
              </a:rPr>
              <a:t>Подзаголовок в одну-две строки,</a:t>
            </a:r>
            <a:br/>
            <a:r>
              <a:rPr b="0" sz="3150" spc="-16">
                <a:solidFill>
                  <a:srgbClr val="6A6965"/>
                </a:solidFill>
                <a:latin typeface="Gilroy Medium"/>
                <a:ea typeface="Gilroy Medium"/>
                <a:cs typeface="Gilroy Medium"/>
              </a:rPr>
              <a:t>поясняет суть предложения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09-case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5-list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pic>
        <p:nvPicPr>
          <p:cNvPr id="6" name="Фото сотрудника, вырезка PNG (заменить: Изменить рисунок)" descr="ivlikova-olga.png"/>
          <p:cNvPicPr>
            <a:picLocks noChangeAspect="1"/>
          </p:cNvPicPr>
          <p:nvPr>
            <p:ph type="pic" idx="10"/>
          </p:nvPr>
        </p:nvPicPr>
        <p:blipFill>
          <a:blip r:embed="rId4"/>
          <a:stretch>
            <a:fillRect/>
          </a:stretch>
        </p:blipFill>
        <p:spPr>
          <a:xfrm>
            <a:off x="4327326" y="2133600"/>
            <a:ext cx="6626423" cy="8153400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2684145"/>
            <a:ext cx="9144000" cy="25146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979"/>
              </a:lnSpc>
            </a:pPr>
            <a:r>
              <a:rPr b="0" sz="1650" spc="231" cap="all">
                <a:solidFill>
                  <a:srgbClr val="6A6965"/>
                </a:solidFill>
                <a:latin typeface="Gilroy Medium"/>
                <a:ea typeface="Gilroy Medium"/>
                <a:cs typeface="Gilroy Medium"/>
              </a:rPr>
              <a:t>Рубрика</a:t>
            </a:r>
          </a:p>
        </p:txBody>
      </p:sp>
      <p:sp>
        <p:nvSpPr>
          <p:cNvPr id="9" name="Текст 2"/>
          <p:cNvSpPr txBox="1"/>
          <p:nvPr/>
        </p:nvSpPr>
        <p:spPr>
          <a:xfrm>
            <a:off x="914400" y="3203829"/>
            <a:ext cx="9144000" cy="2258568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446"/>
              </a:lnSpc>
            </a:pPr>
            <a:r>
              <a:rPr b="0" sz="3900" spc="-78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Здесь результат</a:t>
            </a:r>
            <a:br/>
            <a:r>
              <a:rPr b="0" sz="3900" spc="-78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для клиента:</a:t>
            </a:r>
            <a:br/>
            <a:r>
              <a:rPr b="0" sz="3900" spc="-78">
                <a:solidFill>
                  <a:srgbClr val="D73A61"/>
                </a:solidFill>
                <a:latin typeface="Gilroy SemiBold"/>
                <a:ea typeface="Gilroy SemiBold"/>
                <a:cs typeface="Gilroy SemiBold"/>
              </a:rPr>
              <a:t>сумма</a:t>
            </a:r>
            <a:r>
              <a:rPr b="0" sz="3900" spc="-78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 или цель</a:t>
            </a:r>
            <a:br/>
            <a:r>
              <a:rPr b="0" sz="3900" spc="-78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в одну строку</a:t>
            </a:r>
          </a:p>
        </p:txBody>
      </p:sp>
      <p:sp>
        <p:nvSpPr>
          <p:cNvPr id="10" name="Текст 3"/>
          <p:cNvSpPr txBox="1"/>
          <p:nvPr/>
        </p:nvSpPr>
        <p:spPr>
          <a:xfrm>
            <a:off x="914400" y="8397240"/>
            <a:ext cx="9144000" cy="5029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959"/>
              </a:lnSpc>
            </a:pPr>
            <a:r>
              <a:rPr b="0" sz="3300" spc="-33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Имя Фамилия</a:t>
            </a:r>
          </a:p>
        </p:txBody>
      </p:sp>
      <p:sp>
        <p:nvSpPr>
          <p:cNvPr id="11" name="Текст 4"/>
          <p:cNvSpPr txBox="1"/>
          <p:nvPr/>
        </p:nvSpPr>
        <p:spPr>
          <a:xfrm>
            <a:off x="914400" y="8996362"/>
            <a:ext cx="9144000" cy="37147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925"/>
              </a:lnSpc>
            </a:pPr>
            <a:r>
              <a:rPr b="0" sz="2250">
                <a:solidFill>
                  <a:srgbClr val="6A6965"/>
                </a:solidFill>
                <a:latin typeface="Gilroy"/>
                <a:ea typeface="Gilroy"/>
                <a:cs typeface="Gilroy"/>
              </a:rPr>
              <a:t>Должность сотрудника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11-photo-frame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05-list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Фото в рамке (заменить: Изменить рисунок)" descr="V11-photo-frame-photo.jpg"/>
          <p:cNvPicPr>
            <a:picLocks noChangeAspect="1"/>
          </p:cNvPicPr>
          <p:nvPr>
            <p:ph type="pic" idx="10"/>
          </p:nvPr>
        </p:nvPicPr>
        <p:blipFill>
          <a:blip r:embed="rId3"/>
          <a:srcRect t="8243" b="12365"/>
          <a:stretch>
            <a:fillRect/>
          </a:stretch>
        </p:blipFill>
        <p:spPr>
          <a:xfrm>
            <a:off x="914400" y="4895850"/>
            <a:ext cx="8458200" cy="4476750"/>
          </a:xfrm>
          <a:prstGeom prst="roundRect">
            <a:avLst>
              <a:gd name="adj" fmla="val 1702"/>
            </a:avLst>
          </a:prstGeom>
        </p:spPr>
      </p:pic>
      <p:pic>
        <p:nvPicPr>
          <p:cNvPr id="6" name="Иконка (водяной знак) (заменить: Изменить рисунок)" descr="V11-photo-frame-icon.png"/>
          <p:cNvPicPr>
            <a:picLocks noChangeAspect="1"/>
          </p:cNvPicPr>
          <p:nvPr>
            <p:ph type="pic" idx="11"/>
          </p:nvPr>
        </p:nvPicPr>
        <p:blipFill>
          <a:blip r:embed="rId4"/>
          <a:stretch>
            <a:fillRect/>
          </a:stretch>
        </p:blipFill>
        <p:spPr>
          <a:xfrm>
            <a:off x="7810500" y="-1619250"/>
            <a:ext cx="3810000" cy="3810000"/>
          </a:xfrm>
          <a:prstGeom prst="rect">
            <a:avLst/>
          </a:prstGeom>
        </p:spPr>
      </p:pic>
      <p:pic>
        <p:nvPicPr>
          <p:cNvPr id="7" name="Логотип" descr="logo-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8" name="Малиновая черта"/>
          <p:cNvSpPr/>
          <p:nvPr/>
        </p:nvSpPr>
        <p:spPr>
          <a:xfrm>
            <a:off x="914400" y="2362200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Текст 1"/>
          <p:cNvSpPr txBox="1"/>
          <p:nvPr/>
        </p:nvSpPr>
        <p:spPr>
          <a:xfrm>
            <a:off x="914400" y="2686050"/>
            <a:ext cx="9144000" cy="18859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950"/>
              </a:lnSpc>
            </a:pPr>
            <a:r>
              <a:rPr b="0" sz="4500" spc="-90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Здесь заголовок</a:t>
            </a:r>
            <a:br/>
            <a:r>
              <a:rPr b="0" sz="4500" spc="-90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в три строки, последняя</a:t>
            </a:r>
            <a:br/>
            <a:r>
              <a:rPr b="0" sz="4500" spc="-90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строка с </a:t>
            </a:r>
            <a:r>
              <a:rPr b="0" sz="4500" spc="-90">
                <a:solidFill>
                  <a:srgbClr val="D73A61"/>
                </a:solidFill>
                <a:latin typeface="Gilroy SemiBold"/>
                <a:ea typeface="Gilroy SemiBold"/>
                <a:cs typeface="Gilroy SemiBold"/>
              </a:rPr>
              <a:t>акцентом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V12-word-graphite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V12-word-graphite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Иконка (водяной знак) (заменить: Изменить рисунок)" descr="V12-word-graphite-icon.png"/>
          <p:cNvPicPr>
            <a:picLocks noChangeAspect="1"/>
          </p:cNvPicPr>
          <p:nvPr>
            <p:ph type="pic" idx="11"/>
          </p:nvPr>
        </p:nvPicPr>
        <p:blipFill>
          <a:blip r:embed="rId3"/>
          <a:stretch>
            <a:fillRect/>
          </a:stretch>
        </p:blipFill>
        <p:spPr>
          <a:xfrm>
            <a:off x="5524500" y="5810250"/>
            <a:ext cx="6667500" cy="6667500"/>
          </a:xfrm>
          <a:prstGeom prst="rect">
            <a:avLst/>
          </a:prstGeom>
        </p:spPr>
      </p:pic>
      <p:pic>
        <p:nvPicPr>
          <p:cNvPr id="6" name="Логотип" descr="logo-full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7" name="Малиновая черта"/>
          <p:cNvSpPr/>
          <p:nvPr/>
        </p:nvSpPr>
        <p:spPr>
          <a:xfrm>
            <a:off x="914400" y="3434729"/>
            <a:ext cx="609600" cy="38100"/>
          </a:xfrm>
          <a:prstGeom prst="rect">
            <a:avLst/>
          </a:prstGeom>
          <a:solidFill>
            <a:srgbClr val="D73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Текст 1"/>
          <p:cNvSpPr txBox="1"/>
          <p:nvPr/>
        </p:nvSpPr>
        <p:spPr>
          <a:xfrm>
            <a:off x="914400" y="3750007"/>
            <a:ext cx="9144000" cy="76009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5984"/>
              </a:lnSpc>
            </a:pPr>
            <a:r>
              <a:rPr b="0" sz="5700" spc="-114">
                <a:solidFill>
                  <a:srgbClr val="FFFFFF"/>
                </a:solidFill>
                <a:latin typeface="Gilroy SemiBold"/>
                <a:ea typeface="Gilroy SemiBold"/>
                <a:cs typeface="Gilroy SemiBold"/>
              </a:rPr>
              <a:t>Рыбный заголовок</a:t>
            </a:r>
          </a:p>
        </p:txBody>
      </p:sp>
      <p:sp>
        <p:nvSpPr>
          <p:cNvPr id="9" name="Текст 2"/>
          <p:cNvSpPr txBox="1"/>
          <p:nvPr/>
        </p:nvSpPr>
        <p:spPr>
          <a:xfrm>
            <a:off x="914400" y="4671807"/>
            <a:ext cx="9144000" cy="245745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9350"/>
              </a:lnSpc>
            </a:pPr>
            <a:r>
              <a:rPr b="0" sz="22500" spc="-900">
                <a:solidFill>
                  <a:srgbClr val="EA4C74"/>
                </a:solidFill>
                <a:latin typeface="Gilroy ExtraBold"/>
                <a:ea typeface="Gilroy ExtraBold"/>
                <a:cs typeface="Gilroy ExtraBold"/>
              </a:rPr>
              <a:t>2099</a:t>
            </a:r>
          </a:p>
        </p:txBody>
      </p:sp>
      <p:sp>
        <p:nvSpPr>
          <p:cNvPr id="10" name="Текст 3"/>
          <p:cNvSpPr txBox="1"/>
          <p:nvPr/>
        </p:nvSpPr>
        <p:spPr>
          <a:xfrm>
            <a:off x="914400" y="7352332"/>
            <a:ext cx="9144000" cy="52387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125"/>
              </a:lnSpc>
            </a:pPr>
            <a:r>
              <a:rPr b="0" sz="3300" spc="-16">
                <a:solidFill>
                  <a:srgbClr val="B1B1B0"/>
                </a:solidFill>
                <a:latin typeface="Gilroy Medium"/>
                <a:ea typeface="Gilroy Medium"/>
                <a:cs typeface="Gilroy Medium"/>
              </a:rPr>
              <a:t>Подпись под цифрой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1-urgent-air-pink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1-urgent-air-pin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314450" y="2633811"/>
            <a:ext cx="8743950" cy="3429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700"/>
              </a:lnSpc>
            </a:pPr>
            <a:r>
              <a:rPr b="1" sz="2250" spc="495" cap="all">
                <a:solidFill>
                  <a:srgbClr val="EA4C74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3717962"/>
            <a:ext cx="9144000" cy="400507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12"/>
              </a:lnSpc>
            </a:pPr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Здесь будет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заголовок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новости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8131343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320"/>
              </a:lnSpc>
            </a:pPr>
            <a:r>
              <a:rPr b="0" sz="3600">
                <a:solidFill>
                  <a:srgbClr val="BABAB9"/>
                </a:solidFill>
                <a:latin typeface="Gilroy Medium"/>
                <a:ea typeface="Gilroy Medium"/>
                <a:cs typeface="Gilroy Medium"/>
              </a:rPr>
              <a:t>здесь дата или срок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2-urgent-air-gree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2-urgent-air-gree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314450" y="2633811"/>
            <a:ext cx="8743950" cy="3429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700"/>
              </a:lnSpc>
            </a:pPr>
            <a:r>
              <a:rPr b="1" sz="2250" spc="495" cap="all">
                <a:solidFill>
                  <a:srgbClr val="ABAD58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3717962"/>
            <a:ext cx="9144000" cy="400507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0512"/>
              </a:lnSpc>
            </a:pPr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Здесь будет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заголовок</a:t>
            </a:r>
            <a:br/>
            <a:r>
              <a:rPr b="1" sz="10950" spc="-383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новости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8131343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320"/>
              </a:lnSpc>
            </a:pPr>
            <a:r>
              <a:rPr b="0" sz="3600">
                <a:solidFill>
                  <a:srgbClr val="BABAB9"/>
                </a:solidFill>
                <a:latin typeface="Gilroy Medium"/>
                <a:ea typeface="Gilroy Medium"/>
                <a:cs typeface="Gilroy Medium"/>
              </a:rPr>
              <a:t>здесь дата или срок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3-urgent-date-graphite-chip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3-urgent-date-graphite-chip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543050" y="3022386"/>
            <a:ext cx="8515350" cy="3886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060"/>
              </a:lnSpc>
            </a:pPr>
            <a:r>
              <a:rPr b="1" sz="2550" spc="408" cap="all">
                <a:solidFill>
                  <a:srgbClr val="FFFFFF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3993022"/>
            <a:ext cx="9144000" cy="168021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230"/>
              </a:lnSpc>
            </a:pPr>
            <a:r>
              <a:rPr b="0" sz="14700" spc="-662">
                <a:solidFill>
                  <a:srgbClr val="D73A61"/>
                </a:solidFill>
                <a:latin typeface="Gilroy ExtraBold"/>
                <a:ea typeface="Gilroy ExtraBold"/>
                <a:cs typeface="Gilroy ExtraBold"/>
              </a:rPr>
              <a:t>12 мая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5790262"/>
            <a:ext cx="9144000" cy="82295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6480"/>
              </a:lnSpc>
            </a:pPr>
            <a:r>
              <a:rPr b="1" sz="5400" spc="-108">
                <a:solidFill>
                  <a:srgbClr val="1C1A17"/>
                </a:solidFill>
                <a:latin typeface="Gilroy"/>
                <a:ea typeface="Gilroy"/>
                <a:cs typeface="Gilroy"/>
              </a:rPr>
              <a:t>2027 года</a:t>
            </a:r>
          </a:p>
        </p:txBody>
      </p:sp>
      <p:sp>
        <p:nvSpPr>
          <p:cNvPr id="9" name="Текст 4"/>
          <p:cNvSpPr txBox="1"/>
          <p:nvPr/>
        </p:nvSpPr>
        <p:spPr>
          <a:xfrm>
            <a:off x="914400" y="7046609"/>
            <a:ext cx="9144000" cy="13830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5445"/>
              </a:lnSpc>
            </a:pPr>
            <a:r>
              <a:rPr b="0" sz="4950" spc="-99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Здесь заголовок</a:t>
            </a:r>
            <a:br/>
            <a:r>
              <a:rPr b="0" sz="4950" spc="-99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срочной новости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4-urgent-date-crimson-chip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4-urgent-date-crimson-chip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543050" y="3022386"/>
            <a:ext cx="8515350" cy="38862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3060"/>
              </a:lnSpc>
            </a:pPr>
            <a:r>
              <a:rPr b="1" sz="2550" spc="408" cap="all">
                <a:solidFill>
                  <a:srgbClr val="FFFFFF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3993022"/>
            <a:ext cx="9144000" cy="168021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13230"/>
              </a:lnSpc>
            </a:pPr>
            <a:r>
              <a:rPr b="0" sz="14700" spc="-662">
                <a:solidFill>
                  <a:srgbClr val="D73A61"/>
                </a:solidFill>
                <a:latin typeface="Gilroy ExtraBold"/>
                <a:ea typeface="Gilroy ExtraBold"/>
                <a:cs typeface="Gilroy ExtraBold"/>
              </a:rPr>
              <a:t>12 мая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5790262"/>
            <a:ext cx="9144000" cy="822959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6480"/>
              </a:lnSpc>
            </a:pPr>
            <a:r>
              <a:rPr b="1" sz="5400" spc="-108">
                <a:solidFill>
                  <a:srgbClr val="1C1A17"/>
                </a:solidFill>
                <a:latin typeface="Gilroy"/>
                <a:ea typeface="Gilroy"/>
                <a:cs typeface="Gilroy"/>
              </a:rPr>
              <a:t>2027 года</a:t>
            </a:r>
          </a:p>
        </p:txBody>
      </p:sp>
      <p:sp>
        <p:nvSpPr>
          <p:cNvPr id="9" name="Текст 4"/>
          <p:cNvSpPr txBox="1"/>
          <p:nvPr/>
        </p:nvSpPr>
        <p:spPr>
          <a:xfrm>
            <a:off x="914400" y="7046609"/>
            <a:ext cx="9144000" cy="138303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5445"/>
              </a:lnSpc>
            </a:pPr>
            <a:r>
              <a:rPr b="0" sz="4950" spc="-99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Здесь заголовок</a:t>
            </a:r>
            <a:br/>
            <a:r>
              <a:rPr b="0" sz="4950" spc="-99">
                <a:solidFill>
                  <a:srgbClr val="1C1A17"/>
                </a:solidFill>
                <a:latin typeface="Gilroy SemiBold"/>
                <a:ea typeface="Gilroy SemiBold"/>
                <a:cs typeface="Gilroy SemiBold"/>
              </a:rPr>
              <a:t>срочной новости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5-urgent-newspaper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5-urgent-newspap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914400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1276350" y="2819400"/>
            <a:ext cx="8782050" cy="34290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2700"/>
              </a:lnSpc>
            </a:pPr>
            <a:r>
              <a:rPr b="1" sz="2250" spc="495" cap="all">
                <a:solidFill>
                  <a:srgbClr val="1C1A17"/>
                </a:solidFill>
                <a:latin typeface="Gilroy"/>
                <a:ea typeface="Gilroy"/>
                <a:cs typeface="Gilroy"/>
              </a:rPr>
              <a:t>Срочные 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4000058"/>
            <a:ext cx="9144000" cy="3696462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9702"/>
              </a:lnSpc>
            </a:pPr>
            <a:r>
              <a:rPr b="0" sz="9900" spc="-346">
                <a:solidFill>
                  <a:srgbClr val="1C1A17"/>
                </a:solidFill>
                <a:latin typeface="Gilroy ExtraBold"/>
                <a:ea typeface="Gilroy ExtraBold"/>
                <a:cs typeface="Gilroy ExtraBold"/>
              </a:rPr>
              <a:t>Здесь будет</a:t>
            </a:r>
            <a:br/>
            <a:r>
              <a:rPr b="0" sz="9900" spc="-346">
                <a:solidFill>
                  <a:srgbClr val="1C1A17"/>
                </a:solidFill>
                <a:latin typeface="Gilroy ExtraBold"/>
                <a:ea typeface="Gilroy ExtraBold"/>
                <a:cs typeface="Gilroy ExtraBold"/>
              </a:rPr>
              <a:t>заголовок</a:t>
            </a:r>
            <a:br/>
            <a:r>
              <a:rPr b="0" sz="9900" spc="-346">
                <a:solidFill>
                  <a:srgbClr val="1C1A17"/>
                </a:solidFill>
                <a:latin typeface="Gilroy ExtraBold"/>
                <a:ea typeface="Gilroy ExtraBold"/>
                <a:cs typeface="Gilroy ExtraBold"/>
              </a:rPr>
              <a:t>новости</a:t>
            </a:r>
          </a:p>
        </p:txBody>
      </p:sp>
      <p:sp>
        <p:nvSpPr>
          <p:cNvPr id="8" name="Текст 3"/>
          <p:cNvSpPr txBox="1"/>
          <p:nvPr/>
        </p:nvSpPr>
        <p:spPr>
          <a:xfrm>
            <a:off x="914400" y="8843962"/>
            <a:ext cx="9144000" cy="523875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125"/>
              </a:lnSpc>
            </a:pPr>
            <a:r>
              <a:rPr b="0" sz="3300" spc="-16">
                <a:solidFill>
                  <a:srgbClr val="6A6965"/>
                </a:solidFill>
                <a:latin typeface="Gilroy Medium"/>
                <a:ea typeface="Gilroy Medium"/>
                <a:cs typeface="Gilroy Medium"/>
              </a:rPr>
              <a:t>здесь дата или срок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U6-urgent-ticker-green"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/>
          </p:nvPr>
        </p:nvSpPr>
        <p:spPr/>
      </p:sp>
      <p:sp>
        <p:nvSpPr>
          <p:cNvPr id="3" name="Picture Placeholder 2"/>
          <p:cNvSpPr>
            <a:spLocks noGrp="1"/>
          </p:cNvSpPr>
          <p:nvPr>
            <p:ph type="pic" idx="11"/>
          </p:nvPr>
        </p:nvSpPr>
        <p:spPr/>
      </p:sp>
      <p:pic>
        <p:nvPicPr>
          <p:cNvPr id="4" name="Фон (картинка, без текста)" descr="U6-urgent-ticker-gree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  <p:pic>
        <p:nvPicPr>
          <p:cNvPr id="5" name="Логотип" descr="logo-ful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195363"/>
            <a:ext cx="1905000" cy="1162942"/>
          </a:xfrm>
          <a:prstGeom prst="rect">
            <a:avLst/>
          </a:prstGeom>
        </p:spPr>
      </p:pic>
      <p:sp>
        <p:nvSpPr>
          <p:cNvPr id="6" name="Текст 1"/>
          <p:cNvSpPr txBox="1"/>
          <p:nvPr/>
        </p:nvSpPr>
        <p:spPr>
          <a:xfrm>
            <a:off x="914400" y="3833032"/>
            <a:ext cx="9144000" cy="3380994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8874"/>
              </a:lnSpc>
            </a:pPr>
            <a:r>
              <a:rPr b="1" sz="8700" spc="-261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Здесь будет</a:t>
            </a:r>
            <a:br/>
            <a:r>
              <a:rPr b="1" sz="8700" spc="-261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заголовок</a:t>
            </a:r>
            <a:br/>
            <a:r>
              <a:rPr b="1" sz="8700" spc="-261">
                <a:solidFill>
                  <a:srgbClr val="FFFFFF"/>
                </a:solidFill>
                <a:latin typeface="Gilroy"/>
                <a:ea typeface="Gilroy"/>
                <a:cs typeface="Gilroy"/>
              </a:rPr>
              <a:t>новости</a:t>
            </a:r>
          </a:p>
        </p:txBody>
      </p:sp>
      <p:sp>
        <p:nvSpPr>
          <p:cNvPr id="7" name="Текст 2"/>
          <p:cNvSpPr txBox="1"/>
          <p:nvPr/>
        </p:nvSpPr>
        <p:spPr>
          <a:xfrm>
            <a:off x="914400" y="7541091"/>
            <a:ext cx="9144000" cy="548640"/>
          </a:xfrm>
          <a:prstGeom prst="rect">
            <a:avLst/>
          </a:prstGeom>
          <a:noFill/>
        </p:spPr>
        <p:txBody>
          <a:bodyPr wrap="none" lIns="0" rIns="0" tIns="0" bIns="0" anchor="t"/>
          <a:lstStyle/>
          <a:p>
            <a:pPr algn="l">
              <a:lnSpc>
                <a:spcPts val="4320"/>
              </a:lnSpc>
            </a:pPr>
            <a:r>
              <a:rPr b="0" sz="3600">
                <a:solidFill>
                  <a:srgbClr val="BABAB9"/>
                </a:solidFill>
                <a:latin typeface="Gilroy Medium"/>
                <a:ea typeface="Gilroy Medium"/>
                <a:cs typeface="Gilroy Medium"/>
              </a:rPr>
              <a:t>здесь дата или срок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