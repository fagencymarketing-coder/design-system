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8" r:id="rId11"/>
    <p:sldId id="269" r:id="rId12"/>
    <p:sldId id="271" r:id="rId13"/>
    <p:sldId id="272" r:id="rId14"/>
  </p:sldIdLst>
  <p:sldSz cx="10287000" cy="10287000"/>
  <p:notesSz cx="6858000" cy="9144000"/>
  <p:embeddedFontLst>
    <p:embeddedFont>
      <p:font typeface="Gilroy SemiBold" charset="-52"/>
      <p:regular r:id="rId16"/>
    </p:embeddedFont>
    <p:embeddedFont>
      <p:font typeface="Gilroy ExtraBold" charset="-52"/>
      <p:regular r:id="rId17"/>
    </p:embeddedFont>
    <p:embeddedFont>
      <p:font typeface="Gilroy Medium" charset="-52"/>
      <p:regular r:id="rId18"/>
    </p:embeddedFont>
    <p:embeddedFont>
      <p:font typeface="Gilroy" pitchFamily="2" charset="-52"/>
      <p:regular r:id="rId19"/>
      <p:bold r:id="rId20"/>
      <p:italic r:id="rId21"/>
      <p:boldItalic r:id="rId22"/>
    </p:embeddedFon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-184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CFBC3-C573-41FD-9F4E-C340CD8BC534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50B00-1EBA-496C-B837-46BC82CDD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81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Шаблон. Текст-«рыба» заменяется своим. Фото и иконки: выделить, правая кнопка → Изменить рисунок. Шрифт Gilroy встроен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Фото-сло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Фото"/>
          <p:cNvSpPr>
            <a:spLocks noGrp="1"/>
          </p:cNvSpPr>
          <p:nvPr>
            <p:ph type="pic" idx="10"/>
          </p:nvPr>
        </p:nvSpPr>
        <p:spPr>
          <a:xfrm>
            <a:off x="0" y="0"/>
            <a:ext cx="2857500" cy="2857500"/>
          </a:xfrm>
        </p:spPr>
        <p:txBody>
          <a:bodyPr/>
          <a:lstStyle/>
          <a:p>
            <a:r>
              <a:rPr lang="ru-RU"/>
              <a:t>Щёлкните значок, чтобы добавить фото</a:t>
            </a:r>
          </a:p>
        </p:txBody>
      </p:sp>
      <p:sp>
        <p:nvSpPr>
          <p:cNvPr id="41" name="Иконка"/>
          <p:cNvSpPr>
            <a:spLocks noGrp="1"/>
          </p:cNvSpPr>
          <p:nvPr>
            <p:ph type="pic" idx="11"/>
          </p:nvPr>
        </p:nvSpPr>
        <p:spPr>
          <a:xfrm>
            <a:off x="0" y="0"/>
            <a:ext cx="2857500" cy="2857500"/>
          </a:xfrm>
        </p:spPr>
        <p:txBody>
          <a:bodyPr/>
          <a:lstStyle/>
          <a:p>
            <a:r>
              <a:rPr lang="ru-RU"/>
              <a:t>Щёлкните значок, чтобы добавить иконку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01-photo-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01-photo-question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Текст 1"/>
          <p:cNvSpPr txBox="1"/>
          <p:nvPr/>
        </p:nvSpPr>
        <p:spPr>
          <a:xfrm>
            <a:off x="914400" y="2685288"/>
            <a:ext cx="9144000" cy="206044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8112"/>
              </a:lnSpc>
            </a:pP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Здесь</a:t>
            </a:r>
            <a:r>
              <a:rPr sz="7800" b="0" spc="-156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будет</a:t>
            </a:r>
            <a:r>
              <a:rPr dirty="0"/>
              <a:t/>
            </a:r>
            <a:br>
              <a:rPr dirty="0"/>
            </a:b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яркий</a:t>
            </a:r>
            <a:r>
              <a:rPr sz="7800" b="0" spc="-156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заголовок</a:t>
            </a:r>
            <a:endParaRPr sz="7800" b="0" spc="-156" dirty="0">
              <a:solidFill>
                <a:srgbClr val="FFFFFF"/>
              </a:solidFill>
              <a:latin typeface="Gilroy SemiBold"/>
              <a:ea typeface="Gilroy SemiBold"/>
              <a:cs typeface="Gilroy SemiBold"/>
            </a:endParaRPr>
          </a:p>
        </p:txBody>
      </p:sp>
      <p:sp>
        <p:nvSpPr>
          <p:cNvPr id="8" name="Текст 2"/>
          <p:cNvSpPr txBox="1"/>
          <p:nvPr/>
        </p:nvSpPr>
        <p:spPr>
          <a:xfrm>
            <a:off x="914399" y="5025318"/>
            <a:ext cx="8384583" cy="105613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58"/>
              </a:lnSpc>
            </a:pPr>
            <a:r>
              <a:rPr lang="ru-RU" sz="3300" b="0" spc="-16" dirty="0" smtClean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Фото на фон можно поставить </a:t>
            </a:r>
          </a:p>
          <a:p>
            <a:pPr algn="l">
              <a:lnSpc>
                <a:spcPts val="4158"/>
              </a:lnSpc>
            </a:pPr>
            <a:r>
              <a:rPr lang="ru-RU" sz="3300" b="0" spc="-16" dirty="0" smtClean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Другое, какое хотите</a:t>
            </a:r>
            <a:endParaRPr sz="3300" b="0" spc="-16" dirty="0">
              <a:solidFill>
                <a:srgbClr val="FFFFFF"/>
              </a:solidFill>
              <a:latin typeface="Gilroy SemiBold"/>
              <a:ea typeface="Gilroy SemiBold"/>
              <a:cs typeface="Gilroy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13-photo-hero-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13-photo-hero-question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Текст 1"/>
          <p:cNvSpPr txBox="1"/>
          <p:nvPr/>
        </p:nvSpPr>
        <p:spPr>
          <a:xfrm>
            <a:off x="914400" y="2678430"/>
            <a:ext cx="9144000" cy="1173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620"/>
              </a:lnSpc>
            </a:pPr>
            <a:r>
              <a:rPr sz="4200" b="0" spc="-84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Контекст</a:t>
            </a:r>
            <a:r>
              <a:rPr sz="4200" b="0" spc="-84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в </a:t>
            </a:r>
            <a:r>
              <a:rPr sz="4200" b="0" spc="-84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две</a:t>
            </a:r>
            <a:r>
              <a:rPr sz="4200" b="0" spc="-84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200" b="0" spc="-84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строки</a:t>
            </a:r>
            <a:r>
              <a:rPr sz="4200" b="0" spc="-84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,</a:t>
            </a:r>
            <a:r>
              <a:rPr dirty="0"/>
              <a:t/>
            </a:r>
            <a:br>
              <a:rPr dirty="0"/>
            </a:br>
            <a:r>
              <a:rPr sz="4200" b="0" spc="-84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коротко</a:t>
            </a:r>
            <a:r>
              <a:rPr sz="4200" b="0" spc="-84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и </a:t>
            </a:r>
            <a:r>
              <a:rPr sz="4200" b="0" spc="-84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ясно</a:t>
            </a:r>
            <a:endParaRPr sz="4200" b="0" spc="-84" dirty="0">
              <a:solidFill>
                <a:srgbClr val="FFFFFF"/>
              </a:solidFill>
              <a:latin typeface="Gilroy SemiBold"/>
              <a:ea typeface="Gilroy SemiBold"/>
              <a:cs typeface="Gilroy SemiBold"/>
            </a:endParaRPr>
          </a:p>
        </p:txBody>
      </p:sp>
      <p:sp>
        <p:nvSpPr>
          <p:cNvPr id="8" name="Текст 2"/>
          <p:cNvSpPr txBox="1"/>
          <p:nvPr/>
        </p:nvSpPr>
        <p:spPr>
          <a:xfrm>
            <a:off x="914400" y="4117595"/>
            <a:ext cx="9144000" cy="124872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832"/>
              </a:lnSpc>
            </a:pPr>
            <a:r>
              <a:rPr sz="10350" b="0" spc="-362" dirty="0" err="1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Тут</a:t>
            </a:r>
            <a:r>
              <a:rPr sz="10350" b="0" spc="-362" dirty="0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 </a:t>
            </a:r>
            <a:r>
              <a:rPr sz="10350" b="0" spc="-362" dirty="0" err="1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вопрос</a:t>
            </a:r>
            <a:r>
              <a:rPr sz="10350" b="0" spc="-362" dirty="0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02-news-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02-news-graphite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Малиновая черта"/>
          <p:cNvSpPr/>
          <p:nvPr/>
        </p:nvSpPr>
        <p:spPr>
          <a:xfrm>
            <a:off x="914400" y="3155305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Текст 1"/>
          <p:cNvSpPr txBox="1"/>
          <p:nvPr/>
        </p:nvSpPr>
        <p:spPr>
          <a:xfrm>
            <a:off x="914400" y="3477250"/>
            <a:ext cx="9144000" cy="2514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979"/>
              </a:lnSpc>
            </a:pPr>
            <a:r>
              <a:rPr sz="1650" b="0" cap="all" spc="231" dirty="0" err="1">
                <a:solidFill>
                  <a:srgbClr val="D2BE8C"/>
                </a:solidFill>
                <a:latin typeface="Gilroy Medium"/>
                <a:ea typeface="Gilroy Medium"/>
                <a:cs typeface="Gilroy Medium"/>
              </a:rPr>
              <a:t>Рубрика</a:t>
            </a:r>
            <a:r>
              <a:rPr sz="1650" b="0" cap="all" spc="231" dirty="0">
                <a:solidFill>
                  <a:srgbClr val="D2BE8C"/>
                </a:solidFill>
                <a:latin typeface="Gilroy Medium"/>
                <a:ea typeface="Gilroy Medium"/>
                <a:cs typeface="Gilroy Medium"/>
              </a:rPr>
              <a:t> </a:t>
            </a:r>
            <a:r>
              <a:rPr sz="1650" b="0" cap="all" spc="231" dirty="0" err="1">
                <a:solidFill>
                  <a:srgbClr val="D2BE8C"/>
                </a:solidFill>
                <a:latin typeface="Gilroy Medium"/>
                <a:ea typeface="Gilroy Medium"/>
                <a:cs typeface="Gilroy Medium"/>
              </a:rPr>
              <a:t>или</a:t>
            </a:r>
            <a:r>
              <a:rPr sz="1650" b="0" cap="all" spc="231" dirty="0">
                <a:solidFill>
                  <a:srgbClr val="D2BE8C"/>
                </a:solidFill>
                <a:latin typeface="Gilroy Medium"/>
                <a:ea typeface="Gilroy Medium"/>
                <a:cs typeface="Gilroy Medium"/>
              </a:rPr>
              <a:t> </a:t>
            </a:r>
            <a:r>
              <a:rPr sz="1650" b="0" cap="all" spc="231" dirty="0" err="1">
                <a:solidFill>
                  <a:srgbClr val="D2BE8C"/>
                </a:solidFill>
                <a:latin typeface="Gilroy Medium"/>
                <a:ea typeface="Gilroy Medium"/>
                <a:cs typeface="Gilroy Medium"/>
              </a:rPr>
              <a:t>тема</a:t>
            </a:r>
            <a:endParaRPr sz="1650" b="0" cap="all" spc="231" dirty="0">
              <a:solidFill>
                <a:srgbClr val="D2BE8C"/>
              </a:solidFill>
              <a:latin typeface="Gilroy Medium"/>
              <a:ea typeface="Gilroy Medium"/>
              <a:cs typeface="Gilroy Medium"/>
            </a:endParaRPr>
          </a:p>
        </p:txBody>
      </p:sp>
      <p:sp>
        <p:nvSpPr>
          <p:cNvPr id="8" name="Текст 2"/>
          <p:cNvSpPr txBox="1"/>
          <p:nvPr/>
        </p:nvSpPr>
        <p:spPr>
          <a:xfrm>
            <a:off x="914400" y="4002268"/>
            <a:ext cx="9144000" cy="309067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8112"/>
              </a:lnSpc>
            </a:pP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Здесь</a:t>
            </a:r>
            <a:r>
              <a:rPr sz="7800" b="0" spc="-156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будет</a:t>
            </a:r>
            <a:r>
              <a:rPr dirty="0"/>
              <a:t/>
            </a:r>
            <a:br>
              <a:rPr dirty="0"/>
            </a:b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ваш</a:t>
            </a:r>
            <a:r>
              <a:rPr sz="7800" b="0" spc="-156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заголовок</a:t>
            </a:r>
            <a:r>
              <a:rPr dirty="0"/>
              <a:t/>
            </a:r>
            <a:br>
              <a:rPr dirty="0"/>
            </a:b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на</a:t>
            </a:r>
            <a:r>
              <a:rPr sz="7800" b="0" spc="-156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три</a:t>
            </a:r>
            <a:r>
              <a:rPr sz="7800" b="0" spc="-156" dirty="0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строки</a:t>
            </a:r>
            <a:endParaRPr sz="7800" b="0" spc="-156" dirty="0">
              <a:solidFill>
                <a:srgbClr val="FFFFFF"/>
              </a:solidFill>
              <a:latin typeface="Gilroy SemiBold"/>
              <a:ea typeface="Gilroy SemiBold"/>
              <a:cs typeface="Gilroy SemiBold"/>
            </a:endParaRPr>
          </a:p>
        </p:txBody>
      </p:sp>
      <p:sp>
        <p:nvSpPr>
          <p:cNvPr id="9" name="Текст 3"/>
          <p:cNvSpPr txBox="1"/>
          <p:nvPr/>
        </p:nvSpPr>
        <p:spPr>
          <a:xfrm>
            <a:off x="914400" y="7537459"/>
            <a:ext cx="9144000" cy="617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859"/>
              </a:lnSpc>
            </a:pPr>
            <a:r>
              <a:rPr sz="4050" b="0" spc="-20" dirty="0">
                <a:solidFill>
                  <a:srgbClr val="BABAB9"/>
                </a:solidFill>
                <a:latin typeface="Gilroy Medium"/>
                <a:ea typeface="Gilroy Medium"/>
                <a:cs typeface="Gilroy Medium"/>
              </a:rPr>
              <a:t>с </a:t>
            </a:r>
            <a:r>
              <a:rPr sz="4050" b="0" spc="-20" dirty="0" err="1" smtClean="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дат</a:t>
            </a:r>
            <a:r>
              <a:rPr lang="ru-RU" sz="4050" b="0" spc="-20" dirty="0" smtClean="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ой</a:t>
            </a:r>
            <a:r>
              <a:rPr sz="4050" b="0" spc="-20" dirty="0" smtClean="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050" b="0" spc="-20" dirty="0" err="1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или</a:t>
            </a:r>
            <a:r>
              <a:rPr sz="4050" b="0" spc="-20" dirty="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050" b="0" spc="-20" dirty="0" err="1" smtClean="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срок</a:t>
            </a:r>
            <a:r>
              <a:rPr lang="ru-RU" sz="4050" b="0" spc="-20" dirty="0" smtClean="0">
                <a:solidFill>
                  <a:srgbClr val="EA4C74"/>
                </a:solidFill>
                <a:latin typeface="Gilroy SemiBold"/>
                <a:ea typeface="Gilroy SemiBold"/>
                <a:cs typeface="Gilroy SemiBold"/>
              </a:rPr>
              <a:t>ом</a:t>
            </a:r>
            <a:endParaRPr sz="4050" b="0" spc="-20" dirty="0">
              <a:solidFill>
                <a:srgbClr val="EA4C74"/>
              </a:solidFill>
              <a:latin typeface="Gilroy SemiBold"/>
              <a:ea typeface="Gilroy SemiBold"/>
              <a:cs typeface="Gilroy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14-graphite-hero-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14-graphite-hero-question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Малиновая черта"/>
          <p:cNvSpPr/>
          <p:nvPr/>
        </p:nvSpPr>
        <p:spPr>
          <a:xfrm>
            <a:off x="914400" y="4142035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Текст 1"/>
          <p:cNvSpPr txBox="1"/>
          <p:nvPr/>
        </p:nvSpPr>
        <p:spPr>
          <a:xfrm>
            <a:off x="914400" y="4458265"/>
            <a:ext cx="9144000" cy="1173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620"/>
              </a:lnSpc>
            </a:pPr>
            <a:r>
              <a:rPr sz="4200" b="0" spc="-8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Контекст в две строки,</a:t>
            </a:r>
            <a:r>
              <a:t/>
            </a:r>
            <a:br/>
            <a:r>
              <a:rPr sz="4200" b="0" spc="-84">
                <a:solidFill>
                  <a:srgbClr val="FFFFFF"/>
                </a:solidFill>
                <a:latin typeface="Gilroy SemiBold"/>
                <a:ea typeface="Gilroy SemiBold"/>
                <a:cs typeface="Gilroy SemiBold"/>
              </a:rPr>
              <a:t>коротко и ясно</a:t>
            </a:r>
          </a:p>
        </p:txBody>
      </p:sp>
      <p:sp>
        <p:nvSpPr>
          <p:cNvPr id="8" name="Текст 2"/>
          <p:cNvSpPr txBox="1"/>
          <p:nvPr/>
        </p:nvSpPr>
        <p:spPr>
          <a:xfrm>
            <a:off x="914400" y="5935531"/>
            <a:ext cx="9144000" cy="124872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832"/>
              </a:lnSpc>
            </a:pPr>
            <a:r>
              <a:rPr sz="10350" b="0" spc="-362">
                <a:solidFill>
                  <a:srgbClr val="EA4C74"/>
                </a:solidFill>
                <a:latin typeface="Gilroy ExtraBold"/>
                <a:ea typeface="Gilroy ExtraBold"/>
                <a:cs typeface="Gilroy ExtraBold"/>
              </a:rPr>
              <a:t>Тут вопрос?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03-new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03-news-green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Малиновая черта"/>
          <p:cNvSpPr/>
          <p:nvPr/>
        </p:nvSpPr>
        <p:spPr>
          <a:xfrm>
            <a:off x="914400" y="2702867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Текст 1"/>
          <p:cNvSpPr txBox="1"/>
          <p:nvPr/>
        </p:nvSpPr>
        <p:spPr>
          <a:xfrm>
            <a:off x="914400" y="3024812"/>
            <a:ext cx="9144000" cy="2514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979"/>
              </a:lnSpc>
            </a:pPr>
            <a:r>
              <a:rPr sz="1650" b="0" cap="all" spc="231">
                <a:solidFill>
                  <a:srgbClr val="E0E1C9"/>
                </a:solidFill>
                <a:latin typeface="Gilroy Medium"/>
                <a:ea typeface="Gilroy Medium"/>
                <a:cs typeface="Gilroy Medium"/>
              </a:rPr>
              <a:t>Рубрика или тема</a:t>
            </a:r>
          </a:p>
        </p:txBody>
      </p:sp>
      <p:sp>
        <p:nvSpPr>
          <p:cNvPr id="8" name="Текст 2"/>
          <p:cNvSpPr txBox="1"/>
          <p:nvPr/>
        </p:nvSpPr>
        <p:spPr>
          <a:xfrm>
            <a:off x="857250" y="3563180"/>
            <a:ext cx="9201150" cy="400507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0512"/>
              </a:lnSpc>
            </a:pPr>
            <a:r>
              <a:rPr sz="10950" b="1" spc="-383" dirty="0" err="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Здесь</a:t>
            </a:r>
            <a:r>
              <a:rPr sz="10950" b="1" spc="-383" dirty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 </a:t>
            </a:r>
            <a:r>
              <a:rPr sz="10950" b="1" spc="-383" dirty="0" err="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будет</a:t>
            </a:r>
            <a:r>
              <a:rPr dirty="0"/>
              <a:t/>
            </a:r>
            <a:br>
              <a:rPr dirty="0"/>
            </a:br>
            <a:r>
              <a:rPr sz="10950" b="1" spc="-383" dirty="0" err="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ваш</a:t>
            </a:r>
            <a:r>
              <a:rPr sz="10950" b="1" spc="-383" dirty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 </a:t>
            </a:r>
            <a:r>
              <a:rPr sz="10950" b="1" spc="-383" dirty="0" err="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крупный</a:t>
            </a:r>
            <a:r>
              <a:rPr dirty="0"/>
              <a:t/>
            </a:r>
            <a:br>
              <a:rPr dirty="0"/>
            </a:br>
            <a:r>
              <a:rPr sz="10950" b="1" spc="-383" dirty="0" err="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заголовок</a:t>
            </a:r>
            <a:endParaRPr sz="10950" b="1" spc="-383" dirty="0">
              <a:solidFill>
                <a:srgbClr val="FFFFFF"/>
              </a:solidFill>
              <a:latin typeface="Gilroy"/>
              <a:ea typeface="Gilroy"/>
              <a:cs typeface="Gilroy"/>
            </a:endParaRPr>
          </a:p>
        </p:txBody>
      </p:sp>
      <p:sp>
        <p:nvSpPr>
          <p:cNvPr id="9" name="Текст 3"/>
          <p:cNvSpPr txBox="1"/>
          <p:nvPr/>
        </p:nvSpPr>
        <p:spPr>
          <a:xfrm>
            <a:off x="914400" y="7985134"/>
            <a:ext cx="9144000" cy="617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859"/>
              </a:lnSpc>
            </a:pPr>
            <a:r>
              <a:rPr sz="4050" b="0">
                <a:solidFill>
                  <a:srgbClr val="E4E4D2"/>
                </a:solidFill>
                <a:latin typeface="Gilroy Medium"/>
                <a:ea typeface="Gilroy Medium"/>
                <a:cs typeface="Gilroy Medium"/>
              </a:rPr>
              <a:t>с</a:t>
            </a:r>
          </a:p>
        </p:txBody>
      </p:sp>
      <p:sp>
        <p:nvSpPr>
          <p:cNvPr id="10" name="Текст 4"/>
          <p:cNvSpPr txBox="1"/>
          <p:nvPr/>
        </p:nvSpPr>
        <p:spPr>
          <a:xfrm>
            <a:off x="1348233" y="7980372"/>
            <a:ext cx="8710166" cy="617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859"/>
              </a:lnSpc>
            </a:pPr>
            <a:r>
              <a:rPr sz="4050" b="1" dirty="0" err="1" smtClean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дат</a:t>
            </a:r>
            <a:r>
              <a:rPr lang="ru-RU" sz="4050" b="1" dirty="0" smtClean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ой</a:t>
            </a:r>
            <a:r>
              <a:rPr sz="4050" b="1" dirty="0" smtClean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или</a:t>
            </a:r>
            <a:r>
              <a:rPr sz="4050" b="1" dirty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 </a:t>
            </a:r>
            <a:r>
              <a:rPr sz="4050" b="1" dirty="0" err="1" smtClean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срок</a:t>
            </a:r>
            <a:r>
              <a:rPr lang="ru-RU" sz="4050" b="1" dirty="0" smtClean="0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ом</a:t>
            </a:r>
            <a:endParaRPr sz="4050" b="1" dirty="0">
              <a:solidFill>
                <a:srgbClr val="FFFFFF"/>
              </a:solidFill>
              <a:latin typeface="Gilroy"/>
              <a:ea typeface="Gilroy"/>
              <a:cs typeface="Gilro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06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то (заменить: Изменить рисунок)" descr="studio-0484.jpg"/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2571750"/>
            <a:ext cx="10287000" cy="7715250"/>
          </a:xfrm>
          <a:prstGeom prst="rect">
            <a:avLst/>
          </a:prstGeom>
        </p:spPr>
      </p:pic>
      <p:pic>
        <p:nvPicPr>
          <p:cNvPr id="5" name="Фон (картинка, без текста)" descr="V06-team-bg-f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6" name="Логотип" descr="logo-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7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Текст 1"/>
          <p:cNvSpPr txBox="1"/>
          <p:nvPr/>
        </p:nvSpPr>
        <p:spPr>
          <a:xfrm>
            <a:off x="914400" y="2685288"/>
            <a:ext cx="9144000" cy="206044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8112"/>
              </a:lnSpc>
            </a:pPr>
            <a:r>
              <a:rPr sz="7800" b="0" spc="-156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Как</a:t>
            </a:r>
            <a:r>
              <a:rPr sz="7800" b="0" spc="-156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мы</a:t>
            </a:r>
            <a:r>
              <a:rPr sz="7800" b="0" spc="-156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делаем</a:t>
            </a:r>
            <a:r>
              <a:rPr dirty="0"/>
              <a:t/>
            </a:r>
            <a:br>
              <a:rPr dirty="0"/>
            </a:br>
            <a:r>
              <a:rPr sz="7800" b="0" spc="-156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что-то</a:t>
            </a:r>
            <a:r>
              <a:rPr sz="7800" b="0" spc="-156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800" b="0" spc="-156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важное</a:t>
            </a:r>
            <a:endParaRPr sz="7800" b="0" spc="-156" dirty="0">
              <a:solidFill>
                <a:srgbClr val="1C1A17"/>
              </a:solidFill>
              <a:latin typeface="Gilroy SemiBold"/>
              <a:ea typeface="Gilroy SemiBold"/>
              <a:cs typeface="Gilroy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08-frag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05-list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Фото (фрагмент) (заменить: Изменить рисунок)" descr="flatlay-band.jpg"/>
          <p:cNvPicPr>
            <a:picLocks noGrp="1" noChangeAspect="1"/>
          </p:cNvPicPr>
          <p:nvPr>
            <p:ph type="pic" idx="10"/>
          </p:nvPr>
        </p:nvPicPr>
        <p:blipFill>
          <a:blip r:embed="rId4"/>
          <a:srcRect t="1136" b="1136"/>
          <a:stretch>
            <a:fillRect/>
          </a:stretch>
        </p:blipFill>
        <p:spPr>
          <a:xfrm>
            <a:off x="0" y="6191250"/>
            <a:ext cx="10287000" cy="4095750"/>
          </a:xfrm>
          <a:prstGeom prst="rect">
            <a:avLst/>
          </a:prstGeom>
        </p:spPr>
      </p:pic>
      <p:pic>
        <p:nvPicPr>
          <p:cNvPr id="6" name="Логотип" descr="logo-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7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Текст 1"/>
          <p:cNvSpPr txBox="1"/>
          <p:nvPr/>
        </p:nvSpPr>
        <p:spPr>
          <a:xfrm>
            <a:off x="914400" y="2676906"/>
            <a:ext cx="9144000" cy="194157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7644"/>
              </a:lnSpc>
            </a:pPr>
            <a:r>
              <a:rPr sz="7350" b="0" spc="-147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Заголовок</a:t>
            </a:r>
            <a:r>
              <a:rPr sz="7350" b="0" spc="-147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7350" b="0" spc="-147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про</a:t>
            </a:r>
            <a:r>
              <a:rPr dirty="0"/>
              <a:t/>
            </a:r>
            <a:br>
              <a:rPr dirty="0"/>
            </a:br>
            <a:r>
              <a:rPr sz="7350" b="0" spc="-147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нас</a:t>
            </a:r>
            <a:r>
              <a:rPr sz="7350" b="0" spc="-147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с </a:t>
            </a:r>
            <a:r>
              <a:rPr sz="7350" b="0" spc="-147" dirty="0" err="1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акцентом</a:t>
            </a:r>
            <a:endParaRPr sz="7350" b="0" spc="-147" dirty="0">
              <a:solidFill>
                <a:srgbClr val="D73A61"/>
              </a:solidFill>
              <a:latin typeface="Gilroy SemiBold"/>
              <a:ea typeface="Gilroy SemiBold"/>
              <a:cs typeface="Gilroy SemiBold"/>
            </a:endParaRPr>
          </a:p>
        </p:txBody>
      </p:sp>
      <p:sp>
        <p:nvSpPr>
          <p:cNvPr id="9" name="Текст 2"/>
          <p:cNvSpPr txBox="1"/>
          <p:nvPr/>
        </p:nvSpPr>
        <p:spPr>
          <a:xfrm>
            <a:off x="914400" y="4872632"/>
            <a:ext cx="9144000" cy="100012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937"/>
              </a:lnSpc>
            </a:pPr>
            <a:r>
              <a:rPr sz="3150" b="0" spc="-16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Подзаголовок в одну-две строки,</a:t>
            </a:r>
            <a:r>
              <a:t/>
            </a:r>
            <a:br/>
            <a:r>
              <a:rPr sz="3150" b="0" spc="-16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поясняет суть предложения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09-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05-list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pic>
        <p:nvPicPr>
          <p:cNvPr id="6" name="Фото сотрудника, вырезка PNG (заменить: Изменить рисунок)" descr="ivlikova-olga.png"/>
          <p:cNvPicPr>
            <a:picLocks noGrp="1" noChangeAspect="1"/>
          </p:cNvPicPr>
          <p:nvPr>
            <p:ph type="pic" idx="10"/>
          </p:nvPr>
        </p:nvPicPr>
        <p:blipFill>
          <a:blip r:embed="rId5"/>
          <a:stretch>
            <a:fillRect/>
          </a:stretch>
        </p:blipFill>
        <p:spPr>
          <a:xfrm>
            <a:off x="4405745" y="2087361"/>
            <a:ext cx="6664037" cy="8199640"/>
          </a:xfrm>
          <a:prstGeom prst="rect">
            <a:avLst/>
          </a:prstGeom>
        </p:spPr>
      </p:pic>
      <p:sp>
        <p:nvSpPr>
          <p:cNvPr id="7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Текст 1"/>
          <p:cNvSpPr txBox="1"/>
          <p:nvPr/>
        </p:nvSpPr>
        <p:spPr>
          <a:xfrm>
            <a:off x="914400" y="2684145"/>
            <a:ext cx="9144000" cy="2514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979"/>
              </a:lnSpc>
            </a:pPr>
            <a:r>
              <a:rPr sz="1650" b="0" cap="all" spc="231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Рубрика</a:t>
            </a:r>
          </a:p>
        </p:txBody>
      </p:sp>
      <p:sp>
        <p:nvSpPr>
          <p:cNvPr id="9" name="Текст 2"/>
          <p:cNvSpPr txBox="1"/>
          <p:nvPr/>
        </p:nvSpPr>
        <p:spPr>
          <a:xfrm>
            <a:off x="914400" y="3204210"/>
            <a:ext cx="9144000" cy="2560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5040"/>
              </a:lnSpc>
            </a:pP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Здесь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результат</a:t>
            </a:r>
            <a:r>
              <a:rPr dirty="0"/>
              <a:t/>
            </a:r>
            <a:br>
              <a:rPr dirty="0"/>
            </a:b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для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клиента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:</a:t>
            </a:r>
            <a:r>
              <a:rPr dirty="0"/>
              <a:t/>
            </a:r>
            <a:br>
              <a:rPr dirty="0"/>
            </a:br>
            <a:r>
              <a:rPr sz="4500" b="0" spc="-90" dirty="0" err="1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сумма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или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цель</a:t>
            </a:r>
            <a:r>
              <a:rPr dirty="0"/>
              <a:t/>
            </a:r>
            <a:br>
              <a:rPr dirty="0"/>
            </a:b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в </a:t>
            </a: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одну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строку</a:t>
            </a:r>
            <a:endParaRPr sz="4500" b="0" spc="-90" dirty="0">
              <a:solidFill>
                <a:srgbClr val="1C1A17"/>
              </a:solidFill>
              <a:latin typeface="Gilroy SemiBold"/>
              <a:ea typeface="Gilroy SemiBold"/>
              <a:cs typeface="Gilroy SemiBold"/>
            </a:endParaRPr>
          </a:p>
        </p:txBody>
      </p:sp>
      <p:sp>
        <p:nvSpPr>
          <p:cNvPr id="10" name="Текст 3"/>
          <p:cNvSpPr txBox="1"/>
          <p:nvPr/>
        </p:nvSpPr>
        <p:spPr>
          <a:xfrm>
            <a:off x="914400" y="8397240"/>
            <a:ext cx="9144000" cy="5029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959"/>
              </a:lnSpc>
            </a:pPr>
            <a:r>
              <a:rPr sz="3300" b="0" spc="-33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Имя Фамилия</a:t>
            </a:r>
          </a:p>
        </p:txBody>
      </p:sp>
      <p:sp>
        <p:nvSpPr>
          <p:cNvPr id="11" name="Текст 4"/>
          <p:cNvSpPr txBox="1"/>
          <p:nvPr/>
        </p:nvSpPr>
        <p:spPr>
          <a:xfrm>
            <a:off x="914400" y="8996362"/>
            <a:ext cx="9144000" cy="3714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25"/>
              </a:lnSpc>
            </a:pPr>
            <a:r>
              <a:rPr sz="2250" b="0">
                <a:solidFill>
                  <a:srgbClr val="6A6965"/>
                </a:solidFill>
                <a:latin typeface="Gilroy"/>
                <a:ea typeface="Gilroy"/>
                <a:cs typeface="Gilroy"/>
              </a:rPr>
              <a:t>Должность сотрудника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11-photo-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V05-list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Фото в рамке (заменить: Изменить рисунок)" descr="V11-photo-frame-photo.jpg"/>
          <p:cNvPicPr>
            <a:picLocks noGrp="1" noChangeAspect="1"/>
          </p:cNvPicPr>
          <p:nvPr>
            <p:ph type="pic" idx="10"/>
          </p:nvPr>
        </p:nvPicPr>
        <p:blipFill>
          <a:blip r:embed="rId4"/>
          <a:srcRect t="8243" b="12365"/>
          <a:stretch>
            <a:fillRect/>
          </a:stretch>
        </p:blipFill>
        <p:spPr>
          <a:xfrm>
            <a:off x="914400" y="4895850"/>
            <a:ext cx="8458200" cy="4476750"/>
          </a:xfrm>
          <a:prstGeom prst="roundRect">
            <a:avLst>
              <a:gd name="adj" fmla="val 1702"/>
            </a:avLst>
          </a:prstGeom>
        </p:spPr>
      </p:pic>
      <p:pic>
        <p:nvPicPr>
          <p:cNvPr id="6" name="Иконка (водяной знак) (заменить: Изменить рисунок)" descr="V11-photo-frame-icon.png"/>
          <p:cNvPicPr>
            <a:picLocks noGrp="1" noChangeAspect="1"/>
          </p:cNvPicPr>
          <p:nvPr>
            <p:ph type="pic" idx="11"/>
          </p:nvPr>
        </p:nvPicPr>
        <p:blipFill>
          <a:blip r:embed="rId5"/>
          <a:stretch>
            <a:fillRect/>
          </a:stretch>
        </p:blipFill>
        <p:spPr>
          <a:xfrm>
            <a:off x="7810500" y="-1619250"/>
            <a:ext cx="3810000" cy="3810000"/>
          </a:xfrm>
          <a:prstGeom prst="rect">
            <a:avLst/>
          </a:prstGeom>
        </p:spPr>
      </p:pic>
      <p:pic>
        <p:nvPicPr>
          <p:cNvPr id="7" name="Логотип" descr="logo-fu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8" name="Малиновая черта"/>
          <p:cNvSpPr/>
          <p:nvPr/>
        </p:nvSpPr>
        <p:spPr>
          <a:xfrm>
            <a:off x="914400" y="2362200"/>
            <a:ext cx="609600" cy="38100"/>
          </a:xfrm>
          <a:prstGeom prst="rect">
            <a:avLst/>
          </a:prstGeom>
          <a:solidFill>
            <a:srgbClr val="D7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Текст 1"/>
          <p:cNvSpPr txBox="1"/>
          <p:nvPr/>
        </p:nvSpPr>
        <p:spPr>
          <a:xfrm>
            <a:off x="914399" y="2983747"/>
            <a:ext cx="8849533" cy="13402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950"/>
              </a:lnSpc>
            </a:pPr>
            <a:r>
              <a:rPr sz="4500" b="0" spc="-90" dirty="0" err="1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Здесь</a:t>
            </a:r>
            <a:r>
              <a:rPr sz="4500" b="0" spc="-90" dirty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 </a:t>
            </a:r>
            <a:r>
              <a:rPr sz="4500" b="0" spc="-90" dirty="0" err="1" smtClean="0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заголовок</a:t>
            </a:r>
            <a:r>
              <a:rPr lang="ru-RU" dirty="0" smtClean="0"/>
              <a:t>, </a:t>
            </a:r>
            <a:r>
              <a:rPr lang="ru-RU" sz="4500" dirty="0" smtClean="0">
                <a:latin typeface="Gilroy SemiBold" charset="-52"/>
              </a:rPr>
              <a:t>а фото ниже вы </a:t>
            </a:r>
            <a:endParaRPr lang="en-US" sz="4500" dirty="0" smtClean="0">
              <a:latin typeface="Gilroy SemiBold" charset="-52"/>
            </a:endParaRPr>
          </a:p>
          <a:p>
            <a:pPr algn="l">
              <a:lnSpc>
                <a:spcPts val="4950"/>
              </a:lnSpc>
            </a:pPr>
            <a:r>
              <a:rPr lang="ru-RU" sz="4500" dirty="0" smtClean="0">
                <a:latin typeface="Gilroy SemiBold" charset="-52"/>
              </a:rPr>
              <a:t>можете поменять </a:t>
            </a:r>
            <a:r>
              <a:rPr lang="ru-RU" sz="4500" b="0" spc="-90" dirty="0" smtClean="0">
                <a:solidFill>
                  <a:srgbClr val="D73A61"/>
                </a:solidFill>
                <a:latin typeface="Gilroy SemiBold"/>
                <a:ea typeface="Gilroy SemiBold"/>
                <a:cs typeface="Gilroy SemiBold"/>
              </a:rPr>
              <a:t>на любое</a:t>
            </a:r>
            <a:endParaRPr sz="4500" b="0" spc="-90" dirty="0">
              <a:solidFill>
                <a:srgbClr val="D73A61"/>
              </a:solidFill>
              <a:latin typeface="Gilroy SemiBold"/>
              <a:ea typeface="Gilroy SemiBold"/>
              <a:cs typeface="Gilroy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2-urgent-air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U2-urgent-air-green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Текст 1"/>
          <p:cNvSpPr txBox="1"/>
          <p:nvPr/>
        </p:nvSpPr>
        <p:spPr>
          <a:xfrm>
            <a:off x="1314450" y="2633811"/>
            <a:ext cx="8743950" cy="3429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00"/>
              </a:lnSpc>
            </a:pPr>
            <a:r>
              <a:rPr sz="2250" b="1" cap="all" spc="495">
                <a:solidFill>
                  <a:srgbClr val="ABAD58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7" name="Текст 2"/>
          <p:cNvSpPr txBox="1"/>
          <p:nvPr/>
        </p:nvSpPr>
        <p:spPr>
          <a:xfrm>
            <a:off x="914400" y="3717962"/>
            <a:ext cx="9144000" cy="400507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0512"/>
              </a:lnSpc>
            </a:pPr>
            <a:r>
              <a:rPr sz="10950" b="1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Здесь будет</a:t>
            </a:r>
            <a:r>
              <a:t/>
            </a:r>
            <a:br/>
            <a:r>
              <a:rPr sz="10950" b="1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заголовок</a:t>
            </a:r>
            <a:r>
              <a:t/>
            </a:r>
            <a:br/>
            <a:r>
              <a:rPr sz="10950" b="1" spc="-383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новости</a:t>
            </a:r>
          </a:p>
        </p:txBody>
      </p:sp>
      <p:sp>
        <p:nvSpPr>
          <p:cNvPr id="8" name="Текст 3"/>
          <p:cNvSpPr txBox="1"/>
          <p:nvPr/>
        </p:nvSpPr>
        <p:spPr>
          <a:xfrm>
            <a:off x="914400" y="8131343"/>
            <a:ext cx="91440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320"/>
              </a:lnSpc>
            </a:pPr>
            <a:r>
              <a:rPr sz="3600" b="0">
                <a:solidFill>
                  <a:srgbClr val="BABAB9"/>
                </a:solidFill>
                <a:latin typeface="Gilroy Medium"/>
                <a:ea typeface="Gilroy Medium"/>
                <a:cs typeface="Gilroy Medium"/>
              </a:rPr>
              <a:t>здесь дата или срок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3-urgent-date-graphite-ch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U3-urgent-date-graphite-chip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Текст 1"/>
          <p:cNvSpPr txBox="1"/>
          <p:nvPr/>
        </p:nvSpPr>
        <p:spPr>
          <a:xfrm>
            <a:off x="1543050" y="3022386"/>
            <a:ext cx="8515350" cy="3886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060"/>
              </a:lnSpc>
            </a:pPr>
            <a:r>
              <a:rPr sz="2550" b="1" cap="all" spc="408">
                <a:solidFill>
                  <a:srgbClr val="FFFFFF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7" name="Текст 2"/>
          <p:cNvSpPr txBox="1"/>
          <p:nvPr/>
        </p:nvSpPr>
        <p:spPr>
          <a:xfrm>
            <a:off x="914400" y="3993022"/>
            <a:ext cx="9144000" cy="168021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230"/>
              </a:lnSpc>
            </a:pPr>
            <a:r>
              <a:rPr sz="14700" b="0" spc="-662">
                <a:solidFill>
                  <a:srgbClr val="D73A61"/>
                </a:solidFill>
                <a:latin typeface="Gilroy ExtraBold"/>
                <a:ea typeface="Gilroy ExtraBold"/>
                <a:cs typeface="Gilroy ExtraBold"/>
              </a:rPr>
              <a:t>12 мая</a:t>
            </a:r>
          </a:p>
        </p:txBody>
      </p:sp>
      <p:sp>
        <p:nvSpPr>
          <p:cNvPr id="8" name="Текст 3"/>
          <p:cNvSpPr txBox="1"/>
          <p:nvPr/>
        </p:nvSpPr>
        <p:spPr>
          <a:xfrm>
            <a:off x="914400" y="5790262"/>
            <a:ext cx="9144000" cy="822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480"/>
              </a:lnSpc>
            </a:pPr>
            <a:r>
              <a:rPr sz="5400" b="1" spc="-108">
                <a:solidFill>
                  <a:srgbClr val="1C1A17"/>
                </a:solidFill>
                <a:latin typeface="Gilroy"/>
                <a:ea typeface="Gilroy"/>
                <a:cs typeface="Gilroy"/>
              </a:rPr>
              <a:t>2027 года</a:t>
            </a:r>
          </a:p>
        </p:txBody>
      </p:sp>
      <p:sp>
        <p:nvSpPr>
          <p:cNvPr id="9" name="Текст 4"/>
          <p:cNvSpPr txBox="1"/>
          <p:nvPr/>
        </p:nvSpPr>
        <p:spPr>
          <a:xfrm>
            <a:off x="914400" y="7046609"/>
            <a:ext cx="9144000" cy="13830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5445"/>
              </a:lnSpc>
            </a:pPr>
            <a:r>
              <a:rPr sz="4950" b="0" spc="-99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Здесь заголовок</a:t>
            </a:r>
            <a:r>
              <a:t/>
            </a:r>
            <a:br/>
            <a:r>
              <a:rPr sz="4950" b="0" spc="-99">
                <a:solidFill>
                  <a:srgbClr val="1C1A17"/>
                </a:solidFill>
                <a:latin typeface="Gilroy SemiBold"/>
                <a:ea typeface="Gilroy SemiBold"/>
                <a:cs typeface="Gilroy SemiBold"/>
              </a:rPr>
              <a:t>срочной новости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5-urgent-news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U5-urgent-newspap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1905000" cy="1162942"/>
          </a:xfrm>
          <a:prstGeom prst="rect">
            <a:avLst/>
          </a:prstGeom>
        </p:spPr>
      </p:pic>
      <p:sp>
        <p:nvSpPr>
          <p:cNvPr id="6" name="Текст 1"/>
          <p:cNvSpPr txBox="1"/>
          <p:nvPr/>
        </p:nvSpPr>
        <p:spPr>
          <a:xfrm>
            <a:off x="1276350" y="2819400"/>
            <a:ext cx="8782050" cy="3429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00"/>
              </a:lnSpc>
            </a:pPr>
            <a:r>
              <a:rPr sz="2250" b="1" cap="all" spc="495">
                <a:solidFill>
                  <a:srgbClr val="1C1A17"/>
                </a:solidFill>
                <a:latin typeface="Gilroy"/>
                <a:ea typeface="Gilroy"/>
                <a:cs typeface="Gilroy"/>
              </a:rPr>
              <a:t>Срочные новости</a:t>
            </a:r>
          </a:p>
        </p:txBody>
      </p:sp>
      <p:sp>
        <p:nvSpPr>
          <p:cNvPr id="7" name="Текст 2"/>
          <p:cNvSpPr txBox="1"/>
          <p:nvPr/>
        </p:nvSpPr>
        <p:spPr>
          <a:xfrm>
            <a:off x="914400" y="4000058"/>
            <a:ext cx="9144000" cy="369646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702"/>
              </a:lnSpc>
            </a:pPr>
            <a:r>
              <a:rPr sz="9900" b="0" spc="-346">
                <a:solidFill>
                  <a:srgbClr val="1C1A17"/>
                </a:solidFill>
                <a:latin typeface="Gilroy ExtraBold"/>
                <a:ea typeface="Gilroy ExtraBold"/>
                <a:cs typeface="Gilroy ExtraBold"/>
              </a:rPr>
              <a:t>Здесь будет</a:t>
            </a:r>
            <a:r>
              <a:t/>
            </a:r>
            <a:br/>
            <a:r>
              <a:rPr sz="9900" b="0" spc="-346">
                <a:solidFill>
                  <a:srgbClr val="1C1A17"/>
                </a:solidFill>
                <a:latin typeface="Gilroy ExtraBold"/>
                <a:ea typeface="Gilroy ExtraBold"/>
                <a:cs typeface="Gilroy ExtraBold"/>
              </a:rPr>
              <a:t>заголовок</a:t>
            </a:r>
            <a:r>
              <a:t/>
            </a:r>
            <a:br/>
            <a:r>
              <a:rPr sz="9900" b="0" spc="-346">
                <a:solidFill>
                  <a:srgbClr val="1C1A17"/>
                </a:solidFill>
                <a:latin typeface="Gilroy ExtraBold"/>
                <a:ea typeface="Gilroy ExtraBold"/>
                <a:cs typeface="Gilroy ExtraBold"/>
              </a:rPr>
              <a:t>новости</a:t>
            </a:r>
          </a:p>
        </p:txBody>
      </p:sp>
      <p:sp>
        <p:nvSpPr>
          <p:cNvPr id="8" name="Текст 3"/>
          <p:cNvSpPr txBox="1"/>
          <p:nvPr/>
        </p:nvSpPr>
        <p:spPr>
          <a:xfrm>
            <a:off x="914400" y="8843962"/>
            <a:ext cx="9144000" cy="5238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25"/>
              </a:lnSpc>
            </a:pPr>
            <a:r>
              <a:rPr sz="3300" b="0" spc="-16">
                <a:solidFill>
                  <a:srgbClr val="6A6965"/>
                </a:solidFill>
                <a:latin typeface="Gilroy Medium"/>
                <a:ea typeface="Gilroy Medium"/>
                <a:cs typeface="Gilroy Medium"/>
              </a:rPr>
              <a:t>здесь дата или срок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6-urgent-ticker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 (картинка, без текста)" descr="U6-urgent-ticker-quiet-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5" name="Логотип" descr="logo-fu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95363"/>
            <a:ext cx="1905000" cy="1162942"/>
          </a:xfrm>
          <a:prstGeom prst="rect">
            <a:avLst/>
          </a:prstGeom>
        </p:spPr>
      </p:pic>
      <p:sp>
        <p:nvSpPr>
          <p:cNvPr id="6" name="Текст 1"/>
          <p:cNvSpPr txBox="1"/>
          <p:nvPr/>
        </p:nvSpPr>
        <p:spPr>
          <a:xfrm>
            <a:off x="914400" y="3833032"/>
            <a:ext cx="9144000" cy="338099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8874"/>
              </a:lnSpc>
            </a:pPr>
            <a:r>
              <a:rPr sz="8700" b="1" spc="-26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Здесь будет</a:t>
            </a:r>
            <a:r>
              <a:t/>
            </a:r>
            <a:br/>
            <a:r>
              <a:rPr sz="8700" b="1" spc="-26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заголовок</a:t>
            </a:r>
            <a:r>
              <a:t/>
            </a:r>
            <a:br/>
            <a:r>
              <a:rPr sz="8700" b="1" spc="-261">
                <a:solidFill>
                  <a:srgbClr val="FFFFFF"/>
                </a:solidFill>
                <a:latin typeface="Gilroy"/>
                <a:ea typeface="Gilroy"/>
                <a:cs typeface="Gilroy"/>
              </a:rPr>
              <a:t>новости</a:t>
            </a:r>
          </a:p>
        </p:txBody>
      </p:sp>
      <p:sp>
        <p:nvSpPr>
          <p:cNvPr id="7" name="Текст 2"/>
          <p:cNvSpPr txBox="1"/>
          <p:nvPr/>
        </p:nvSpPr>
        <p:spPr>
          <a:xfrm>
            <a:off x="914400" y="7541091"/>
            <a:ext cx="91440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320"/>
              </a:lnSpc>
            </a:pPr>
            <a:r>
              <a:rPr sz="3600" b="0">
                <a:solidFill>
                  <a:srgbClr val="BABAB9"/>
                </a:solidFill>
                <a:latin typeface="Gilroy Medium"/>
                <a:ea typeface="Gilroy Medium"/>
                <a:cs typeface="Gilroy Medium"/>
              </a:rPr>
              <a:t>здесь дата или срок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458</Words>
  <Application>Microsoft Office PowerPoint</Application>
  <PresentationFormat>Произвольный</PresentationFormat>
  <Paragraphs>48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Gilroy SemiBold</vt:lpstr>
      <vt:lpstr>Gilroy ExtraBold</vt:lpstr>
      <vt:lpstr>Gilroy Medium</vt:lpstr>
      <vt:lpstr>Gilroy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2026-10-15T02:29:42Z</dcterms:modified>
  <cp:category/>
</cp:coreProperties>
</file>